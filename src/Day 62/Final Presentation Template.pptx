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8288000" cy="10287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0" d="100"/>
          <a:sy n="60" d="100"/>
        </p:scale>
        <p:origin x="370" y="67"/>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4" name="Google Shape;114;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7" name="Google Shape;127;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2" name="Google Shape;15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5" name="Google Shape;165;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6" name="Google Shape;186;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7" name="Google Shape;207;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2" name="Google Shape;232;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g3ddfb93824e_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7" name="Google Shape;257;g3ddfb93824e_2_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2" name="Google Shape;282;p1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hyperlink" Target="https://www.mdpi.com/2079-9292/13/1/149" TargetMode="External"/><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hyperlink" Target="https://link.springer.com/article/10.1007/s11042-023-17534-9" TargetMode="External"/><Relationship Id="rId5" Type="http://schemas.openxmlformats.org/officeDocument/2006/relationships/hyperlink" Target="https://www.timeshighereducation.com/news/tracking-student-engagement-data-complex-and-contested" TargetMode="Externa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4.jpeg"/><Relationship Id="rId5" Type="http://schemas.openxmlformats.org/officeDocument/2006/relationships/image" Target="../media/image3.jpe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rgbClr val="FFF7AD"/>
            </a:gs>
            <a:gs pos="100000">
              <a:srgbClr val="FFA9F9"/>
            </a:gs>
          </a:gsLst>
          <a:lin ang="0" scaled="0"/>
        </a:gradFill>
        <a:effectLst/>
      </p:bgPr>
    </p:bg>
    <p:spTree>
      <p:nvGrpSpPr>
        <p:cNvPr id="1" name="Shape 83"/>
        <p:cNvGrpSpPr/>
        <p:nvPr/>
      </p:nvGrpSpPr>
      <p:grpSpPr>
        <a:xfrm>
          <a:off x="0" y="0"/>
          <a:ext cx="0" cy="0"/>
          <a:chOff x="0" y="0"/>
          <a:chExt cx="0" cy="0"/>
        </a:xfrm>
      </p:grpSpPr>
      <p:sp>
        <p:nvSpPr>
          <p:cNvPr id="84" name="Google Shape;84;p13"/>
          <p:cNvSpPr/>
          <p:nvPr/>
        </p:nvSpPr>
        <p:spPr>
          <a:xfrm>
            <a:off x="4109371" y="491586"/>
            <a:ext cx="4508895" cy="1074229"/>
          </a:xfrm>
          <a:custGeom>
            <a:avLst/>
            <a:gdLst/>
            <a:ahLst/>
            <a:cxnLst/>
            <a:rect l="l" t="t" r="r" b="b"/>
            <a:pathLst>
              <a:path w="4508895" h="1074229" extrusionOk="0">
                <a:moveTo>
                  <a:pt x="0" y="0"/>
                </a:moveTo>
                <a:lnTo>
                  <a:pt x="4508895" y="0"/>
                </a:lnTo>
                <a:lnTo>
                  <a:pt x="4508895" y="1074228"/>
                </a:lnTo>
                <a:lnTo>
                  <a:pt x="0" y="1074228"/>
                </a:lnTo>
                <a:lnTo>
                  <a:pt x="0" y="0"/>
                </a:lnTo>
                <a:close/>
              </a:path>
            </a:pathLst>
          </a:custGeom>
          <a:blipFill rotWithShape="1">
            <a:blip r:embed="rId3">
              <a:alphaModFix/>
            </a:blip>
            <a:stretch>
              <a:fillRect r="-1381"/>
            </a:stretch>
          </a:blipFill>
          <a:ln>
            <a:noFill/>
          </a:ln>
        </p:spPr>
      </p:sp>
      <p:sp>
        <p:nvSpPr>
          <p:cNvPr id="85" name="Google Shape;85;p13"/>
          <p:cNvSpPr/>
          <p:nvPr/>
        </p:nvSpPr>
        <p:spPr>
          <a:xfrm>
            <a:off x="321255" y="269322"/>
            <a:ext cx="3362961" cy="1518756"/>
          </a:xfrm>
          <a:custGeom>
            <a:avLst/>
            <a:gdLst/>
            <a:ahLst/>
            <a:cxnLst/>
            <a:rect l="l" t="t" r="r" b="b"/>
            <a:pathLst>
              <a:path w="3362961" h="1518756" extrusionOk="0">
                <a:moveTo>
                  <a:pt x="0" y="0"/>
                </a:moveTo>
                <a:lnTo>
                  <a:pt x="3362961" y="0"/>
                </a:lnTo>
                <a:lnTo>
                  <a:pt x="3362961" y="1518756"/>
                </a:lnTo>
                <a:lnTo>
                  <a:pt x="0" y="1518756"/>
                </a:lnTo>
                <a:lnTo>
                  <a:pt x="0" y="0"/>
                </a:lnTo>
                <a:close/>
              </a:path>
            </a:pathLst>
          </a:custGeom>
          <a:blipFill rotWithShape="1">
            <a:blip r:embed="rId4">
              <a:alphaModFix/>
            </a:blip>
            <a:stretch>
              <a:fillRect/>
            </a:stretch>
          </a:blipFill>
          <a:ln>
            <a:noFill/>
          </a:ln>
        </p:spPr>
      </p:sp>
      <p:sp>
        <p:nvSpPr>
          <p:cNvPr id="86" name="Google Shape;86;p13"/>
          <p:cNvSpPr txBox="1"/>
          <p:nvPr/>
        </p:nvSpPr>
        <p:spPr>
          <a:xfrm>
            <a:off x="741494" y="2703779"/>
            <a:ext cx="17546506" cy="6085840"/>
          </a:xfrm>
          <a:prstGeom prst="rect">
            <a:avLst/>
          </a:prstGeom>
          <a:noFill/>
          <a:ln>
            <a:noFill/>
          </a:ln>
        </p:spPr>
        <p:txBody>
          <a:bodyPr spcFirstLastPara="1" wrap="square" lIns="0" tIns="0" rIns="0" bIns="0" anchor="t" anchorCtr="0">
            <a:spAutoFit/>
          </a:bodyPr>
          <a:lstStyle/>
          <a:p>
            <a:pPr marL="0" marR="0" lvl="0" indent="0" algn="l" rtl="0">
              <a:lnSpc>
                <a:spcPct val="140011"/>
              </a:lnSpc>
              <a:spcBef>
                <a:spcPts val="0"/>
              </a:spcBef>
              <a:spcAft>
                <a:spcPts val="0"/>
              </a:spcAft>
              <a:buNone/>
            </a:pPr>
            <a:r>
              <a:rPr lang="en-US" sz="3399" b="1" i="0" u="none" strike="noStrike" cap="none">
                <a:solidFill>
                  <a:srgbClr val="284B71"/>
                </a:solidFill>
                <a:latin typeface="Arial"/>
                <a:ea typeface="Arial"/>
                <a:cs typeface="Arial"/>
                <a:sym typeface="Arial"/>
              </a:rPr>
              <a:t>AI/ML Hackathon 2026</a:t>
            </a:r>
            <a:endParaRPr/>
          </a:p>
          <a:p>
            <a:pPr marL="0" marR="0" lvl="0" indent="0" algn="l" rtl="0">
              <a:lnSpc>
                <a:spcPct val="90997"/>
              </a:lnSpc>
              <a:spcBef>
                <a:spcPts val="0"/>
              </a:spcBef>
              <a:spcAft>
                <a:spcPts val="0"/>
              </a:spcAft>
              <a:buNone/>
            </a:pPr>
            <a:endParaRPr sz="3399" b="1" i="0" u="none" strike="noStrike" cap="none">
              <a:solidFill>
                <a:srgbClr val="284B71"/>
              </a:solidFill>
              <a:latin typeface="Arial"/>
              <a:ea typeface="Arial"/>
              <a:cs typeface="Arial"/>
              <a:sym typeface="Arial"/>
            </a:endParaRPr>
          </a:p>
          <a:p>
            <a:pPr marL="0" marR="0" lvl="0" indent="0" algn="l" rtl="0">
              <a:lnSpc>
                <a:spcPct val="91000"/>
              </a:lnSpc>
              <a:spcBef>
                <a:spcPts val="0"/>
              </a:spcBef>
              <a:spcAft>
                <a:spcPts val="0"/>
              </a:spcAft>
              <a:buNone/>
            </a:pPr>
            <a:r>
              <a:rPr lang="en-US" sz="14400" b="1" i="0" u="none" strike="noStrike" cap="none">
                <a:solidFill>
                  <a:srgbClr val="000000"/>
                </a:solidFill>
                <a:latin typeface="Arial"/>
                <a:ea typeface="Arial"/>
                <a:cs typeface="Arial"/>
                <a:sym typeface="Arial"/>
              </a:rPr>
              <a:t>Build</a:t>
            </a:r>
            <a:r>
              <a:rPr lang="en-US" sz="14400" b="1" i="0" u="none" strike="noStrike" cap="none">
                <a:solidFill>
                  <a:srgbClr val="75BF50"/>
                </a:solidFill>
                <a:latin typeface="Arial"/>
                <a:ea typeface="Arial"/>
                <a:cs typeface="Arial"/>
                <a:sym typeface="Arial"/>
              </a:rPr>
              <a:t>. </a:t>
            </a:r>
            <a:r>
              <a:rPr lang="en-US" sz="14400" b="1" i="0" u="none" strike="noStrike" cap="none">
                <a:solidFill>
                  <a:srgbClr val="000000"/>
                </a:solidFill>
                <a:latin typeface="Arial"/>
                <a:ea typeface="Arial"/>
                <a:cs typeface="Arial"/>
                <a:sym typeface="Arial"/>
              </a:rPr>
              <a:t>Solve</a:t>
            </a:r>
            <a:r>
              <a:rPr lang="en-US" sz="14400" b="1" i="0" u="none" strike="noStrike" cap="none">
                <a:solidFill>
                  <a:srgbClr val="1497D6"/>
                </a:solidFill>
                <a:latin typeface="Arial"/>
                <a:ea typeface="Arial"/>
                <a:cs typeface="Arial"/>
                <a:sym typeface="Arial"/>
              </a:rPr>
              <a:t>.</a:t>
            </a:r>
            <a:r>
              <a:rPr lang="en-US" sz="14400" b="1" i="0" u="none" strike="noStrike" cap="none">
                <a:solidFill>
                  <a:srgbClr val="000000"/>
                </a:solidFill>
                <a:latin typeface="Arial"/>
                <a:ea typeface="Arial"/>
                <a:cs typeface="Arial"/>
                <a:sym typeface="Arial"/>
              </a:rPr>
              <a:t> Present</a:t>
            </a:r>
            <a:r>
              <a:rPr lang="en-US" sz="14400" b="1" i="0" u="none" strike="noStrike" cap="none">
                <a:solidFill>
                  <a:srgbClr val="ED3237"/>
                </a:solidFill>
                <a:latin typeface="Arial"/>
                <a:ea typeface="Arial"/>
                <a:cs typeface="Arial"/>
                <a:sym typeface="Arial"/>
              </a:rPr>
              <a:t>.</a:t>
            </a:r>
            <a:endParaRPr/>
          </a:p>
          <a:p>
            <a:pPr marL="0" marR="0" lvl="0" indent="0" algn="l" rtl="0">
              <a:lnSpc>
                <a:spcPct val="33048"/>
              </a:lnSpc>
              <a:spcBef>
                <a:spcPts val="0"/>
              </a:spcBef>
              <a:spcAft>
                <a:spcPts val="0"/>
              </a:spcAft>
              <a:buNone/>
            </a:pPr>
            <a:endParaRPr sz="14400" b="1" i="0" u="none" strike="noStrike" cap="none">
              <a:solidFill>
                <a:srgbClr val="ED3237"/>
              </a:solidFill>
              <a:latin typeface="Arial"/>
              <a:ea typeface="Arial"/>
              <a:cs typeface="Arial"/>
              <a:sym typeface="Arial"/>
            </a:endParaRPr>
          </a:p>
          <a:p>
            <a:pPr marL="0" marR="0" lvl="0" indent="0" algn="l" rtl="0">
              <a:lnSpc>
                <a:spcPct val="140011"/>
              </a:lnSpc>
              <a:spcBef>
                <a:spcPts val="0"/>
              </a:spcBef>
              <a:spcAft>
                <a:spcPts val="0"/>
              </a:spcAft>
              <a:buNone/>
            </a:pPr>
            <a:r>
              <a:rPr lang="en-US" sz="3399" b="1" i="0" u="none" strike="noStrike" cap="none">
                <a:solidFill>
                  <a:srgbClr val="FEA928"/>
                </a:solidFill>
                <a:latin typeface="Arial"/>
                <a:ea typeface="Arial"/>
                <a:cs typeface="Arial"/>
                <a:sym typeface="Arial"/>
              </a:rPr>
              <a:t>2-Day AI/ML Hackathon for Engineering Students</a:t>
            </a:r>
            <a:endParaRPr/>
          </a:p>
          <a:p>
            <a:pPr marL="0" marR="0" lvl="0" indent="0" algn="l" rtl="0">
              <a:lnSpc>
                <a:spcPct val="140011"/>
              </a:lnSpc>
              <a:spcBef>
                <a:spcPts val="0"/>
              </a:spcBef>
              <a:spcAft>
                <a:spcPts val="0"/>
              </a:spcAft>
              <a:buNone/>
            </a:pPr>
            <a:endParaRPr sz="3399" b="1" i="0" u="none" strike="noStrike" cap="none">
              <a:solidFill>
                <a:srgbClr val="FEA928"/>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14"/>
          <p:cNvSpPr/>
          <p:nvPr/>
        </p:nvSpPr>
        <p:spPr>
          <a:xfrm>
            <a:off x="3333317" y="701930"/>
            <a:ext cx="2743124" cy="653540"/>
          </a:xfrm>
          <a:custGeom>
            <a:avLst/>
            <a:gdLst/>
            <a:ahLst/>
            <a:cxnLst/>
            <a:rect l="l" t="t" r="r" b="b"/>
            <a:pathLst>
              <a:path w="2743124" h="653540" extrusionOk="0">
                <a:moveTo>
                  <a:pt x="0" y="0"/>
                </a:moveTo>
                <a:lnTo>
                  <a:pt x="2743124" y="0"/>
                </a:lnTo>
                <a:lnTo>
                  <a:pt x="2743124" y="653540"/>
                </a:lnTo>
                <a:lnTo>
                  <a:pt x="0" y="653540"/>
                </a:lnTo>
                <a:lnTo>
                  <a:pt x="0" y="0"/>
                </a:lnTo>
                <a:close/>
              </a:path>
            </a:pathLst>
          </a:custGeom>
          <a:blipFill rotWithShape="1">
            <a:blip r:embed="rId3">
              <a:alphaModFix/>
            </a:blip>
            <a:stretch>
              <a:fillRect r="-1381"/>
            </a:stretch>
          </a:blipFill>
          <a:ln>
            <a:noFill/>
          </a:ln>
        </p:spPr>
      </p:sp>
      <p:sp>
        <p:nvSpPr>
          <p:cNvPr id="92" name="Google Shape;92;p14"/>
          <p:cNvSpPr/>
          <p:nvPr/>
        </p:nvSpPr>
        <p:spPr>
          <a:xfrm>
            <a:off x="1028700" y="566709"/>
            <a:ext cx="2045960" cy="923982"/>
          </a:xfrm>
          <a:custGeom>
            <a:avLst/>
            <a:gdLst/>
            <a:ahLst/>
            <a:cxnLst/>
            <a:rect l="l" t="t" r="r" b="b"/>
            <a:pathLst>
              <a:path w="2045960" h="923982" extrusionOk="0">
                <a:moveTo>
                  <a:pt x="0" y="0"/>
                </a:moveTo>
                <a:lnTo>
                  <a:pt x="2045960" y="0"/>
                </a:lnTo>
                <a:lnTo>
                  <a:pt x="2045960" y="923982"/>
                </a:lnTo>
                <a:lnTo>
                  <a:pt x="0" y="923982"/>
                </a:lnTo>
                <a:lnTo>
                  <a:pt x="0" y="0"/>
                </a:lnTo>
                <a:close/>
              </a:path>
            </a:pathLst>
          </a:custGeom>
          <a:blipFill rotWithShape="1">
            <a:blip r:embed="rId4">
              <a:alphaModFix/>
            </a:blip>
            <a:stretch>
              <a:fillRect/>
            </a:stretch>
          </a:blipFill>
          <a:ln>
            <a:noFill/>
          </a:ln>
        </p:spPr>
      </p:sp>
      <p:grpSp>
        <p:nvGrpSpPr>
          <p:cNvPr id="93" name="Google Shape;93;p14"/>
          <p:cNvGrpSpPr/>
          <p:nvPr/>
        </p:nvGrpSpPr>
        <p:grpSpPr>
          <a:xfrm>
            <a:off x="1113756" y="3530943"/>
            <a:ext cx="4439121" cy="1721385"/>
            <a:chOff x="0" y="0"/>
            <a:chExt cx="1169151" cy="453369"/>
          </a:xfrm>
        </p:grpSpPr>
        <p:sp>
          <p:nvSpPr>
            <p:cNvPr id="94" name="Google Shape;94;p14"/>
            <p:cNvSpPr/>
            <p:nvPr/>
          </p:nvSpPr>
          <p:spPr>
            <a:xfrm>
              <a:off x="0" y="0"/>
              <a:ext cx="1169151" cy="453369"/>
            </a:xfrm>
            <a:custGeom>
              <a:avLst/>
              <a:gdLst/>
              <a:ahLst/>
              <a:cxnLst/>
              <a:rect l="l" t="t" r="r" b="b"/>
              <a:pathLst>
                <a:path w="1169151" h="453369" extrusionOk="0">
                  <a:moveTo>
                    <a:pt x="88945" y="0"/>
                  </a:moveTo>
                  <a:lnTo>
                    <a:pt x="1080206" y="0"/>
                  </a:lnTo>
                  <a:cubicBezTo>
                    <a:pt x="1103796" y="0"/>
                    <a:pt x="1126419" y="9371"/>
                    <a:pt x="1143100" y="26051"/>
                  </a:cubicBezTo>
                  <a:cubicBezTo>
                    <a:pt x="1159780" y="42732"/>
                    <a:pt x="1169151" y="65355"/>
                    <a:pt x="1169151" y="88945"/>
                  </a:cubicBezTo>
                  <a:lnTo>
                    <a:pt x="1169151" y="364424"/>
                  </a:lnTo>
                  <a:cubicBezTo>
                    <a:pt x="1169151" y="388013"/>
                    <a:pt x="1159780" y="410637"/>
                    <a:pt x="1143100" y="427317"/>
                  </a:cubicBezTo>
                  <a:cubicBezTo>
                    <a:pt x="1126419" y="443998"/>
                    <a:pt x="1103796" y="453369"/>
                    <a:pt x="1080206" y="453369"/>
                  </a:cubicBezTo>
                  <a:lnTo>
                    <a:pt x="88945" y="453369"/>
                  </a:lnTo>
                  <a:cubicBezTo>
                    <a:pt x="65355" y="453369"/>
                    <a:pt x="42732" y="443998"/>
                    <a:pt x="26051" y="427317"/>
                  </a:cubicBezTo>
                  <a:cubicBezTo>
                    <a:pt x="9371" y="410637"/>
                    <a:pt x="0" y="388013"/>
                    <a:pt x="0" y="364424"/>
                  </a:cubicBezTo>
                  <a:lnTo>
                    <a:pt x="0" y="88945"/>
                  </a:lnTo>
                  <a:cubicBezTo>
                    <a:pt x="0" y="65355"/>
                    <a:pt x="9371" y="42732"/>
                    <a:pt x="26051" y="26051"/>
                  </a:cubicBezTo>
                  <a:cubicBezTo>
                    <a:pt x="42732" y="9371"/>
                    <a:pt x="65355" y="0"/>
                    <a:pt x="88945" y="0"/>
                  </a:cubicBezTo>
                  <a:close/>
                </a:path>
              </a:pathLst>
            </a:custGeom>
            <a:solidFill>
              <a:srgbClr val="284B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14"/>
            <p:cNvSpPr txBox="1"/>
            <p:nvPr/>
          </p:nvSpPr>
          <p:spPr>
            <a:xfrm>
              <a:off x="0" y="76200"/>
              <a:ext cx="1169151" cy="377169"/>
            </a:xfrm>
            <a:prstGeom prst="rect">
              <a:avLst/>
            </a:prstGeom>
            <a:noFill/>
            <a:ln>
              <a:noFill/>
            </a:ln>
          </p:spPr>
          <p:txBody>
            <a:bodyPr spcFirstLastPara="1" wrap="square" lIns="50800" tIns="50800" rIns="50800" bIns="50800" anchor="ctr" anchorCtr="0">
              <a:noAutofit/>
            </a:bodyPr>
            <a:lstStyle/>
            <a:p>
              <a:pPr marL="0" marR="0" lvl="0" indent="0" algn="ctr" rtl="0">
                <a:lnSpc>
                  <a:spcPct val="91012"/>
                </a:lnSpc>
                <a:spcBef>
                  <a:spcPts val="0"/>
                </a:spcBef>
                <a:spcAft>
                  <a:spcPts val="0"/>
                </a:spcAft>
                <a:buNone/>
              </a:pPr>
              <a:r>
                <a:rPr lang="en-US" sz="2993" b="1" i="0" u="none" strike="noStrike" cap="none">
                  <a:solidFill>
                    <a:srgbClr val="FEA928"/>
                  </a:solidFill>
                  <a:latin typeface="Arial"/>
                  <a:ea typeface="Arial"/>
                  <a:cs typeface="Arial"/>
                  <a:sym typeface="Arial"/>
                </a:rPr>
                <a:t>Team Name</a:t>
              </a:r>
              <a:endParaRPr/>
            </a:p>
          </p:txBody>
        </p:sp>
      </p:grpSp>
      <p:sp>
        <p:nvSpPr>
          <p:cNvPr id="96" name="Google Shape;96;p14"/>
          <p:cNvSpPr txBox="1"/>
          <p:nvPr/>
        </p:nvSpPr>
        <p:spPr>
          <a:xfrm>
            <a:off x="1113756" y="1980779"/>
            <a:ext cx="6547670" cy="1350139"/>
          </a:xfrm>
          <a:prstGeom prst="rect">
            <a:avLst/>
          </a:prstGeom>
          <a:noFill/>
          <a:ln>
            <a:noFill/>
          </a:ln>
        </p:spPr>
        <p:txBody>
          <a:bodyPr spcFirstLastPara="1" wrap="square" lIns="0" tIns="0" rIns="0" bIns="0" anchor="t" anchorCtr="0">
            <a:spAutoFit/>
          </a:bodyPr>
          <a:lstStyle/>
          <a:p>
            <a:pPr marL="0" marR="0" lvl="0" indent="0" algn="l" rtl="0">
              <a:lnSpc>
                <a:spcPct val="90666"/>
              </a:lnSpc>
              <a:spcBef>
                <a:spcPts val="0"/>
              </a:spcBef>
              <a:spcAft>
                <a:spcPts val="0"/>
              </a:spcAft>
              <a:buNone/>
            </a:pPr>
            <a:endParaRPr sz="1800" b="0" i="0" u="none" strike="noStrike" cap="none">
              <a:solidFill>
                <a:schemeClr val="dk1"/>
              </a:solidFill>
              <a:latin typeface="Calibri"/>
              <a:ea typeface="Calibri"/>
              <a:cs typeface="Calibri"/>
              <a:sym typeface="Calibri"/>
            </a:endParaRPr>
          </a:p>
          <a:p>
            <a:pPr marL="0" marR="0" lvl="0" indent="0" algn="l" rtl="0">
              <a:lnSpc>
                <a:spcPct val="90996"/>
              </a:lnSpc>
              <a:spcBef>
                <a:spcPts val="0"/>
              </a:spcBef>
              <a:spcAft>
                <a:spcPts val="0"/>
              </a:spcAft>
              <a:buNone/>
            </a:pPr>
            <a:r>
              <a:rPr lang="en-US" sz="7597" b="1" i="0" u="none" strike="noStrike" cap="none">
                <a:solidFill>
                  <a:srgbClr val="000000"/>
                </a:solidFill>
                <a:latin typeface="Arial"/>
                <a:ea typeface="Arial"/>
                <a:cs typeface="Arial"/>
                <a:sym typeface="Arial"/>
              </a:rPr>
              <a:t>Team Details</a:t>
            </a:r>
            <a:r>
              <a:rPr lang="en-US" sz="7597" b="1" i="0" u="none" strike="noStrike" cap="none">
                <a:solidFill>
                  <a:srgbClr val="75BF50"/>
                </a:solidFill>
                <a:latin typeface="Arial"/>
                <a:ea typeface="Arial"/>
                <a:cs typeface="Arial"/>
                <a:sym typeface="Arial"/>
              </a:rPr>
              <a:t>. </a:t>
            </a:r>
            <a:endParaRPr/>
          </a:p>
          <a:p>
            <a:pPr marL="0" marR="0" lvl="0" indent="0" algn="l" rtl="0">
              <a:lnSpc>
                <a:spcPct val="33052"/>
              </a:lnSpc>
              <a:spcBef>
                <a:spcPts val="0"/>
              </a:spcBef>
              <a:spcAft>
                <a:spcPts val="0"/>
              </a:spcAft>
              <a:buNone/>
            </a:pPr>
            <a:endParaRPr sz="7597" b="1" i="0" u="none" strike="noStrike" cap="none">
              <a:solidFill>
                <a:srgbClr val="75BF50"/>
              </a:solidFill>
              <a:latin typeface="Arial"/>
              <a:ea typeface="Arial"/>
              <a:cs typeface="Arial"/>
              <a:sym typeface="Arial"/>
            </a:endParaRPr>
          </a:p>
        </p:txBody>
      </p:sp>
      <p:grpSp>
        <p:nvGrpSpPr>
          <p:cNvPr id="97" name="Google Shape;97;p14"/>
          <p:cNvGrpSpPr/>
          <p:nvPr/>
        </p:nvGrpSpPr>
        <p:grpSpPr>
          <a:xfrm>
            <a:off x="1113756" y="5454569"/>
            <a:ext cx="4439121" cy="1721385"/>
            <a:chOff x="0" y="0"/>
            <a:chExt cx="1169151" cy="453369"/>
          </a:xfrm>
        </p:grpSpPr>
        <p:sp>
          <p:nvSpPr>
            <p:cNvPr id="98" name="Google Shape;98;p14"/>
            <p:cNvSpPr/>
            <p:nvPr/>
          </p:nvSpPr>
          <p:spPr>
            <a:xfrm>
              <a:off x="0" y="0"/>
              <a:ext cx="1169151" cy="453369"/>
            </a:xfrm>
            <a:custGeom>
              <a:avLst/>
              <a:gdLst/>
              <a:ahLst/>
              <a:cxnLst/>
              <a:rect l="l" t="t" r="r" b="b"/>
              <a:pathLst>
                <a:path w="1169151" h="453369" extrusionOk="0">
                  <a:moveTo>
                    <a:pt x="88945" y="0"/>
                  </a:moveTo>
                  <a:lnTo>
                    <a:pt x="1080206" y="0"/>
                  </a:lnTo>
                  <a:cubicBezTo>
                    <a:pt x="1103796" y="0"/>
                    <a:pt x="1126419" y="9371"/>
                    <a:pt x="1143100" y="26051"/>
                  </a:cubicBezTo>
                  <a:cubicBezTo>
                    <a:pt x="1159780" y="42732"/>
                    <a:pt x="1169151" y="65355"/>
                    <a:pt x="1169151" y="88945"/>
                  </a:cubicBezTo>
                  <a:lnTo>
                    <a:pt x="1169151" y="364424"/>
                  </a:lnTo>
                  <a:cubicBezTo>
                    <a:pt x="1169151" y="388013"/>
                    <a:pt x="1159780" y="410637"/>
                    <a:pt x="1143100" y="427317"/>
                  </a:cubicBezTo>
                  <a:cubicBezTo>
                    <a:pt x="1126419" y="443998"/>
                    <a:pt x="1103796" y="453369"/>
                    <a:pt x="1080206" y="453369"/>
                  </a:cubicBezTo>
                  <a:lnTo>
                    <a:pt x="88945" y="453369"/>
                  </a:lnTo>
                  <a:cubicBezTo>
                    <a:pt x="65355" y="453369"/>
                    <a:pt x="42732" y="443998"/>
                    <a:pt x="26051" y="427317"/>
                  </a:cubicBezTo>
                  <a:cubicBezTo>
                    <a:pt x="9371" y="410637"/>
                    <a:pt x="0" y="388013"/>
                    <a:pt x="0" y="364424"/>
                  </a:cubicBezTo>
                  <a:lnTo>
                    <a:pt x="0" y="88945"/>
                  </a:lnTo>
                  <a:cubicBezTo>
                    <a:pt x="0" y="65355"/>
                    <a:pt x="9371" y="42732"/>
                    <a:pt x="26051" y="26051"/>
                  </a:cubicBezTo>
                  <a:cubicBezTo>
                    <a:pt x="42732" y="9371"/>
                    <a:pt x="65355" y="0"/>
                    <a:pt x="88945" y="0"/>
                  </a:cubicBezTo>
                  <a:close/>
                </a:path>
              </a:pathLst>
            </a:custGeom>
            <a:solidFill>
              <a:srgbClr val="284B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14"/>
            <p:cNvSpPr txBox="1"/>
            <p:nvPr/>
          </p:nvSpPr>
          <p:spPr>
            <a:xfrm>
              <a:off x="0" y="76200"/>
              <a:ext cx="1169151" cy="377169"/>
            </a:xfrm>
            <a:prstGeom prst="rect">
              <a:avLst/>
            </a:prstGeom>
            <a:noFill/>
            <a:ln>
              <a:noFill/>
            </a:ln>
          </p:spPr>
          <p:txBody>
            <a:bodyPr spcFirstLastPara="1" wrap="square" lIns="50800" tIns="50800" rIns="50800" bIns="50800" anchor="ctr" anchorCtr="0">
              <a:noAutofit/>
            </a:bodyPr>
            <a:lstStyle/>
            <a:p>
              <a:pPr marL="0" marR="0" lvl="0" indent="0" algn="ctr" rtl="0">
                <a:lnSpc>
                  <a:spcPct val="91012"/>
                </a:lnSpc>
                <a:spcBef>
                  <a:spcPts val="0"/>
                </a:spcBef>
                <a:spcAft>
                  <a:spcPts val="0"/>
                </a:spcAft>
                <a:buNone/>
              </a:pPr>
              <a:r>
                <a:rPr lang="en-US" sz="2993" b="1" i="0" u="none" strike="noStrike" cap="none">
                  <a:solidFill>
                    <a:srgbClr val="FEA928"/>
                  </a:solidFill>
                  <a:latin typeface="Arial"/>
                  <a:ea typeface="Arial"/>
                  <a:cs typeface="Arial"/>
                  <a:sym typeface="Arial"/>
                </a:rPr>
                <a:t>Team Lead</a:t>
              </a:r>
              <a:endParaRPr/>
            </a:p>
          </p:txBody>
        </p:sp>
      </p:grpSp>
      <p:grpSp>
        <p:nvGrpSpPr>
          <p:cNvPr id="100" name="Google Shape;100;p14"/>
          <p:cNvGrpSpPr/>
          <p:nvPr/>
        </p:nvGrpSpPr>
        <p:grpSpPr>
          <a:xfrm>
            <a:off x="1113756" y="7375978"/>
            <a:ext cx="4439121" cy="2563443"/>
            <a:chOff x="0" y="0"/>
            <a:chExt cx="1169151" cy="675146"/>
          </a:xfrm>
        </p:grpSpPr>
        <p:sp>
          <p:nvSpPr>
            <p:cNvPr id="101" name="Google Shape;101;p14"/>
            <p:cNvSpPr/>
            <p:nvPr/>
          </p:nvSpPr>
          <p:spPr>
            <a:xfrm>
              <a:off x="0" y="0"/>
              <a:ext cx="1169151" cy="675146"/>
            </a:xfrm>
            <a:custGeom>
              <a:avLst/>
              <a:gdLst/>
              <a:ahLst/>
              <a:cxnLst/>
              <a:rect l="l" t="t" r="r" b="b"/>
              <a:pathLst>
                <a:path w="1169151" h="675146" extrusionOk="0">
                  <a:moveTo>
                    <a:pt x="88945" y="0"/>
                  </a:moveTo>
                  <a:lnTo>
                    <a:pt x="1080206" y="0"/>
                  </a:lnTo>
                  <a:cubicBezTo>
                    <a:pt x="1103796" y="0"/>
                    <a:pt x="1126419" y="9371"/>
                    <a:pt x="1143100" y="26051"/>
                  </a:cubicBezTo>
                  <a:cubicBezTo>
                    <a:pt x="1159780" y="42732"/>
                    <a:pt x="1169151" y="65355"/>
                    <a:pt x="1169151" y="88945"/>
                  </a:cubicBezTo>
                  <a:lnTo>
                    <a:pt x="1169151" y="586200"/>
                  </a:lnTo>
                  <a:cubicBezTo>
                    <a:pt x="1169151" y="609790"/>
                    <a:pt x="1159780" y="632414"/>
                    <a:pt x="1143100" y="649094"/>
                  </a:cubicBezTo>
                  <a:cubicBezTo>
                    <a:pt x="1126419" y="665775"/>
                    <a:pt x="1103796" y="675146"/>
                    <a:pt x="1080206" y="675146"/>
                  </a:cubicBezTo>
                  <a:lnTo>
                    <a:pt x="88945" y="675146"/>
                  </a:lnTo>
                  <a:cubicBezTo>
                    <a:pt x="39822" y="675146"/>
                    <a:pt x="0" y="635323"/>
                    <a:pt x="0" y="586200"/>
                  </a:cubicBezTo>
                  <a:lnTo>
                    <a:pt x="0" y="88945"/>
                  </a:lnTo>
                  <a:cubicBezTo>
                    <a:pt x="0" y="65355"/>
                    <a:pt x="9371" y="42732"/>
                    <a:pt x="26051" y="26051"/>
                  </a:cubicBezTo>
                  <a:cubicBezTo>
                    <a:pt x="42732" y="9371"/>
                    <a:pt x="65355" y="0"/>
                    <a:pt x="88945" y="0"/>
                  </a:cubicBezTo>
                  <a:close/>
                </a:path>
              </a:pathLst>
            </a:custGeom>
            <a:solidFill>
              <a:srgbClr val="284B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14"/>
            <p:cNvSpPr txBox="1"/>
            <p:nvPr/>
          </p:nvSpPr>
          <p:spPr>
            <a:xfrm>
              <a:off x="0" y="76200"/>
              <a:ext cx="1169151" cy="598946"/>
            </a:xfrm>
            <a:prstGeom prst="rect">
              <a:avLst/>
            </a:prstGeom>
            <a:noFill/>
            <a:ln>
              <a:noFill/>
            </a:ln>
          </p:spPr>
          <p:txBody>
            <a:bodyPr spcFirstLastPara="1" wrap="square" lIns="50800" tIns="50800" rIns="50800" bIns="50800" anchor="ctr" anchorCtr="0">
              <a:noAutofit/>
            </a:bodyPr>
            <a:lstStyle/>
            <a:p>
              <a:pPr marL="0" marR="0" lvl="0" indent="0" algn="ctr" rtl="0">
                <a:lnSpc>
                  <a:spcPct val="91012"/>
                </a:lnSpc>
                <a:spcBef>
                  <a:spcPts val="0"/>
                </a:spcBef>
                <a:spcAft>
                  <a:spcPts val="0"/>
                </a:spcAft>
                <a:buNone/>
              </a:pPr>
              <a:r>
                <a:rPr lang="en-US" sz="2993" b="1" i="0" u="none" strike="noStrike" cap="none">
                  <a:solidFill>
                    <a:srgbClr val="FEA928"/>
                  </a:solidFill>
                  <a:latin typeface="Arial"/>
                  <a:ea typeface="Arial"/>
                  <a:cs typeface="Arial"/>
                  <a:sym typeface="Arial"/>
                </a:rPr>
                <a:t>Team Members</a:t>
              </a:r>
              <a:endParaRPr/>
            </a:p>
          </p:txBody>
        </p:sp>
      </p:grpSp>
      <p:grpSp>
        <p:nvGrpSpPr>
          <p:cNvPr id="103" name="Google Shape;103;p14"/>
          <p:cNvGrpSpPr/>
          <p:nvPr/>
        </p:nvGrpSpPr>
        <p:grpSpPr>
          <a:xfrm>
            <a:off x="5737776" y="3530943"/>
            <a:ext cx="11088478" cy="1721385"/>
            <a:chOff x="0" y="0"/>
            <a:chExt cx="2920422" cy="453369"/>
          </a:xfrm>
        </p:grpSpPr>
        <p:sp>
          <p:nvSpPr>
            <p:cNvPr id="104" name="Google Shape;104;p14"/>
            <p:cNvSpPr/>
            <p:nvPr/>
          </p:nvSpPr>
          <p:spPr>
            <a:xfrm>
              <a:off x="0" y="0"/>
              <a:ext cx="2920422" cy="453369"/>
            </a:xfrm>
            <a:custGeom>
              <a:avLst/>
              <a:gdLst/>
              <a:ahLst/>
              <a:cxnLst/>
              <a:rect l="l" t="t" r="r" b="b"/>
              <a:pathLst>
                <a:path w="2920422" h="453369" extrusionOk="0">
                  <a:moveTo>
                    <a:pt x="35608" y="0"/>
                  </a:moveTo>
                  <a:lnTo>
                    <a:pt x="2884814" y="0"/>
                  </a:lnTo>
                  <a:cubicBezTo>
                    <a:pt x="2904480" y="0"/>
                    <a:pt x="2920422" y="15942"/>
                    <a:pt x="2920422" y="35608"/>
                  </a:cubicBezTo>
                  <a:lnTo>
                    <a:pt x="2920422" y="417761"/>
                  </a:lnTo>
                  <a:cubicBezTo>
                    <a:pt x="2920422" y="437427"/>
                    <a:pt x="2904480" y="453369"/>
                    <a:pt x="2884814" y="453369"/>
                  </a:cubicBezTo>
                  <a:lnTo>
                    <a:pt x="35608" y="453369"/>
                  </a:lnTo>
                  <a:cubicBezTo>
                    <a:pt x="15942" y="453369"/>
                    <a:pt x="0" y="437427"/>
                    <a:pt x="0" y="417761"/>
                  </a:cubicBezTo>
                  <a:lnTo>
                    <a:pt x="0" y="35608"/>
                  </a:lnTo>
                  <a:cubicBezTo>
                    <a:pt x="0" y="15942"/>
                    <a:pt x="15942" y="0"/>
                    <a:pt x="35608" y="0"/>
                  </a:cubicBezTo>
                  <a:close/>
                </a:path>
              </a:pathLst>
            </a:custGeom>
            <a:solidFill>
              <a:srgbClr val="FEA9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14"/>
            <p:cNvSpPr txBox="1"/>
            <p:nvPr/>
          </p:nvSpPr>
          <p:spPr>
            <a:xfrm>
              <a:off x="0" y="76200"/>
              <a:ext cx="2920422" cy="377169"/>
            </a:xfrm>
            <a:prstGeom prst="rect">
              <a:avLst/>
            </a:prstGeom>
            <a:noFill/>
            <a:ln>
              <a:noFill/>
            </a:ln>
          </p:spPr>
          <p:txBody>
            <a:bodyPr spcFirstLastPara="1" wrap="square" lIns="50800" tIns="50800" rIns="50800" bIns="50800" anchor="ctr" anchorCtr="0">
              <a:noAutofit/>
            </a:bodyPr>
            <a:lstStyle/>
            <a:p>
              <a:pPr marL="0" marR="0" lvl="0" indent="0" algn="ctr" rtl="0">
                <a:lnSpc>
                  <a:spcPct val="91012"/>
                </a:lnSpc>
                <a:spcBef>
                  <a:spcPts val="0"/>
                </a:spcBef>
                <a:spcAft>
                  <a:spcPts val="0"/>
                </a:spcAft>
                <a:buNone/>
              </a:pPr>
              <a:r>
                <a:rPr lang="en-US" sz="2993" b="1" i="0" u="none" strike="noStrike" cap="none" dirty="0" err="1">
                  <a:solidFill>
                    <a:srgbClr val="284B71"/>
                  </a:solidFill>
                  <a:latin typeface="Arial"/>
                  <a:ea typeface="Arial"/>
                  <a:cs typeface="Arial"/>
                  <a:sym typeface="Arial"/>
                </a:rPr>
                <a:t>InsightLoops</a:t>
              </a:r>
              <a:endParaRPr dirty="0"/>
            </a:p>
          </p:txBody>
        </p:sp>
      </p:grpSp>
      <p:grpSp>
        <p:nvGrpSpPr>
          <p:cNvPr id="106" name="Google Shape;106;p14"/>
          <p:cNvGrpSpPr/>
          <p:nvPr/>
        </p:nvGrpSpPr>
        <p:grpSpPr>
          <a:xfrm>
            <a:off x="5737776" y="5454569"/>
            <a:ext cx="11088478" cy="1721385"/>
            <a:chOff x="0" y="0"/>
            <a:chExt cx="2920422" cy="453369"/>
          </a:xfrm>
        </p:grpSpPr>
        <p:sp>
          <p:nvSpPr>
            <p:cNvPr id="107" name="Google Shape;107;p14"/>
            <p:cNvSpPr/>
            <p:nvPr/>
          </p:nvSpPr>
          <p:spPr>
            <a:xfrm>
              <a:off x="0" y="0"/>
              <a:ext cx="2920422" cy="453369"/>
            </a:xfrm>
            <a:custGeom>
              <a:avLst/>
              <a:gdLst/>
              <a:ahLst/>
              <a:cxnLst/>
              <a:rect l="l" t="t" r="r" b="b"/>
              <a:pathLst>
                <a:path w="2920422" h="453369" extrusionOk="0">
                  <a:moveTo>
                    <a:pt x="35608" y="0"/>
                  </a:moveTo>
                  <a:lnTo>
                    <a:pt x="2884814" y="0"/>
                  </a:lnTo>
                  <a:cubicBezTo>
                    <a:pt x="2904480" y="0"/>
                    <a:pt x="2920422" y="15942"/>
                    <a:pt x="2920422" y="35608"/>
                  </a:cubicBezTo>
                  <a:lnTo>
                    <a:pt x="2920422" y="417761"/>
                  </a:lnTo>
                  <a:cubicBezTo>
                    <a:pt x="2920422" y="437427"/>
                    <a:pt x="2904480" y="453369"/>
                    <a:pt x="2884814" y="453369"/>
                  </a:cubicBezTo>
                  <a:lnTo>
                    <a:pt x="35608" y="453369"/>
                  </a:lnTo>
                  <a:cubicBezTo>
                    <a:pt x="15942" y="453369"/>
                    <a:pt x="0" y="437427"/>
                    <a:pt x="0" y="417761"/>
                  </a:cubicBezTo>
                  <a:lnTo>
                    <a:pt x="0" y="35608"/>
                  </a:lnTo>
                  <a:cubicBezTo>
                    <a:pt x="0" y="15942"/>
                    <a:pt x="15942" y="0"/>
                    <a:pt x="35608" y="0"/>
                  </a:cubicBezTo>
                  <a:close/>
                </a:path>
              </a:pathLst>
            </a:custGeom>
            <a:solidFill>
              <a:srgbClr val="FEA9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14"/>
            <p:cNvSpPr txBox="1"/>
            <p:nvPr/>
          </p:nvSpPr>
          <p:spPr>
            <a:xfrm>
              <a:off x="0" y="76200"/>
              <a:ext cx="2920422" cy="377169"/>
            </a:xfrm>
            <a:prstGeom prst="rect">
              <a:avLst/>
            </a:prstGeom>
            <a:noFill/>
            <a:ln>
              <a:noFill/>
            </a:ln>
          </p:spPr>
          <p:txBody>
            <a:bodyPr spcFirstLastPara="1" wrap="square" lIns="50800" tIns="50800" rIns="50800" bIns="50800" anchor="ctr" anchorCtr="0">
              <a:noAutofit/>
            </a:bodyPr>
            <a:lstStyle/>
            <a:p>
              <a:pPr marL="0" marR="0" lvl="0" indent="0" algn="ctr" rtl="0">
                <a:lnSpc>
                  <a:spcPct val="91012"/>
                </a:lnSpc>
                <a:spcBef>
                  <a:spcPts val="0"/>
                </a:spcBef>
                <a:spcAft>
                  <a:spcPts val="0"/>
                </a:spcAft>
                <a:buNone/>
              </a:pPr>
              <a:r>
                <a:rPr lang="en-US" sz="2993" b="1" i="0" u="none" strike="noStrike" cap="none" dirty="0">
                  <a:solidFill>
                    <a:srgbClr val="284B71"/>
                  </a:solidFill>
                  <a:latin typeface="Arial"/>
                  <a:ea typeface="Arial"/>
                  <a:cs typeface="Arial"/>
                  <a:sym typeface="Arial"/>
                </a:rPr>
                <a:t>Our Team Lead is </a:t>
              </a:r>
              <a:r>
                <a:rPr lang="en-US" sz="2993" b="1" dirty="0">
                  <a:solidFill>
                    <a:srgbClr val="284B71"/>
                  </a:solidFill>
                </a:rPr>
                <a:t>Bhavish Kumar</a:t>
              </a:r>
              <a:endParaRPr dirty="0"/>
            </a:p>
          </p:txBody>
        </p:sp>
      </p:grpSp>
      <p:grpSp>
        <p:nvGrpSpPr>
          <p:cNvPr id="109" name="Google Shape;109;p14"/>
          <p:cNvGrpSpPr/>
          <p:nvPr/>
        </p:nvGrpSpPr>
        <p:grpSpPr>
          <a:xfrm>
            <a:off x="5737776" y="7158987"/>
            <a:ext cx="11088478" cy="2780434"/>
            <a:chOff x="0" y="-57150"/>
            <a:chExt cx="2920422" cy="732296"/>
          </a:xfrm>
        </p:grpSpPr>
        <p:sp>
          <p:nvSpPr>
            <p:cNvPr id="110" name="Google Shape;110;p14"/>
            <p:cNvSpPr/>
            <p:nvPr/>
          </p:nvSpPr>
          <p:spPr>
            <a:xfrm>
              <a:off x="0" y="0"/>
              <a:ext cx="2920422" cy="675146"/>
            </a:xfrm>
            <a:custGeom>
              <a:avLst/>
              <a:gdLst/>
              <a:ahLst/>
              <a:cxnLst/>
              <a:rect l="l" t="t" r="r" b="b"/>
              <a:pathLst>
                <a:path w="2920422" h="675146" extrusionOk="0">
                  <a:moveTo>
                    <a:pt x="35608" y="0"/>
                  </a:moveTo>
                  <a:lnTo>
                    <a:pt x="2884814" y="0"/>
                  </a:lnTo>
                  <a:cubicBezTo>
                    <a:pt x="2904480" y="0"/>
                    <a:pt x="2920422" y="15942"/>
                    <a:pt x="2920422" y="35608"/>
                  </a:cubicBezTo>
                  <a:lnTo>
                    <a:pt x="2920422" y="639538"/>
                  </a:lnTo>
                  <a:cubicBezTo>
                    <a:pt x="2920422" y="659203"/>
                    <a:pt x="2904480" y="675146"/>
                    <a:pt x="2884814" y="675146"/>
                  </a:cubicBezTo>
                  <a:lnTo>
                    <a:pt x="35608" y="675146"/>
                  </a:lnTo>
                  <a:cubicBezTo>
                    <a:pt x="15942" y="675146"/>
                    <a:pt x="0" y="659203"/>
                    <a:pt x="0" y="639538"/>
                  </a:cubicBezTo>
                  <a:lnTo>
                    <a:pt x="0" y="35608"/>
                  </a:lnTo>
                  <a:cubicBezTo>
                    <a:pt x="0" y="15942"/>
                    <a:pt x="15942" y="0"/>
                    <a:pt x="35608" y="0"/>
                  </a:cubicBezTo>
                  <a:close/>
                </a:path>
              </a:pathLst>
            </a:custGeom>
            <a:solidFill>
              <a:srgbClr val="FEA9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14"/>
            <p:cNvSpPr txBox="1"/>
            <p:nvPr/>
          </p:nvSpPr>
          <p:spPr>
            <a:xfrm>
              <a:off x="0" y="-57150"/>
              <a:ext cx="2920422" cy="732296"/>
            </a:xfrm>
            <a:prstGeom prst="rect">
              <a:avLst/>
            </a:prstGeom>
            <a:noFill/>
            <a:ln>
              <a:noFill/>
            </a:ln>
          </p:spPr>
          <p:txBody>
            <a:bodyPr spcFirstLastPara="1" wrap="square" lIns="50800" tIns="50800" rIns="50800" bIns="50800" anchor="ctr" anchorCtr="0">
              <a:noAutofit/>
            </a:bodyPr>
            <a:lstStyle/>
            <a:p>
              <a:pPr marL="0" marR="0" lvl="0" indent="0" algn="ctr" rtl="0">
                <a:lnSpc>
                  <a:spcPct val="139024"/>
                </a:lnSpc>
                <a:spcBef>
                  <a:spcPts val="0"/>
                </a:spcBef>
                <a:spcAft>
                  <a:spcPts val="0"/>
                </a:spcAft>
                <a:buNone/>
              </a:pPr>
              <a:r>
                <a:rPr lang="en-US" sz="2993" b="1" dirty="0">
                  <a:solidFill>
                    <a:srgbClr val="284B71"/>
                  </a:solidFill>
                </a:rPr>
                <a:t>Havyas B</a:t>
              </a:r>
              <a:endParaRPr dirty="0"/>
            </a:p>
            <a:p>
              <a:pPr marL="0" marR="0" lvl="0" indent="0" algn="ctr" rtl="0">
                <a:lnSpc>
                  <a:spcPct val="139024"/>
                </a:lnSpc>
                <a:spcBef>
                  <a:spcPts val="0"/>
                </a:spcBef>
                <a:spcAft>
                  <a:spcPts val="0"/>
                </a:spcAft>
                <a:buNone/>
              </a:pPr>
              <a:r>
                <a:rPr lang="en-US" sz="2993" b="1" dirty="0">
                  <a:solidFill>
                    <a:srgbClr val="284B71"/>
                  </a:solidFill>
                </a:rPr>
                <a:t>Shamanth N P</a:t>
              </a:r>
              <a:endParaRPr dirty="0"/>
            </a:p>
            <a:p>
              <a:pPr marL="0" marR="0" lvl="0" indent="0" algn="ctr" rtl="0">
                <a:lnSpc>
                  <a:spcPct val="139024"/>
                </a:lnSpc>
                <a:spcBef>
                  <a:spcPts val="0"/>
                </a:spcBef>
                <a:spcAft>
                  <a:spcPts val="0"/>
                </a:spcAft>
                <a:buNone/>
              </a:pPr>
              <a:r>
                <a:rPr lang="en-US" sz="2993" b="1" dirty="0">
                  <a:solidFill>
                    <a:srgbClr val="284B71"/>
                  </a:solidFill>
                </a:rPr>
                <a:t>Kishan B P</a:t>
              </a:r>
              <a:endParaRPr dirty="0"/>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15"/>
          <p:cNvSpPr/>
          <p:nvPr/>
        </p:nvSpPr>
        <p:spPr>
          <a:xfrm>
            <a:off x="3333317" y="701930"/>
            <a:ext cx="2743124" cy="653540"/>
          </a:xfrm>
          <a:custGeom>
            <a:avLst/>
            <a:gdLst/>
            <a:ahLst/>
            <a:cxnLst/>
            <a:rect l="l" t="t" r="r" b="b"/>
            <a:pathLst>
              <a:path w="2743124" h="653540" extrusionOk="0">
                <a:moveTo>
                  <a:pt x="0" y="0"/>
                </a:moveTo>
                <a:lnTo>
                  <a:pt x="2743124" y="0"/>
                </a:lnTo>
                <a:lnTo>
                  <a:pt x="2743124" y="653540"/>
                </a:lnTo>
                <a:lnTo>
                  <a:pt x="0" y="653540"/>
                </a:lnTo>
                <a:lnTo>
                  <a:pt x="0" y="0"/>
                </a:lnTo>
                <a:close/>
              </a:path>
            </a:pathLst>
          </a:custGeom>
          <a:blipFill rotWithShape="1">
            <a:blip r:embed="rId3">
              <a:alphaModFix/>
            </a:blip>
            <a:stretch>
              <a:fillRect r="-1381"/>
            </a:stretch>
          </a:blipFill>
          <a:ln>
            <a:noFill/>
          </a:ln>
        </p:spPr>
      </p:sp>
      <p:sp>
        <p:nvSpPr>
          <p:cNvPr id="117" name="Google Shape;117;p15"/>
          <p:cNvSpPr/>
          <p:nvPr/>
        </p:nvSpPr>
        <p:spPr>
          <a:xfrm>
            <a:off x="1028700" y="566709"/>
            <a:ext cx="2045960" cy="923982"/>
          </a:xfrm>
          <a:custGeom>
            <a:avLst/>
            <a:gdLst/>
            <a:ahLst/>
            <a:cxnLst/>
            <a:rect l="l" t="t" r="r" b="b"/>
            <a:pathLst>
              <a:path w="2045960" h="923982" extrusionOk="0">
                <a:moveTo>
                  <a:pt x="0" y="0"/>
                </a:moveTo>
                <a:lnTo>
                  <a:pt x="2045960" y="0"/>
                </a:lnTo>
                <a:lnTo>
                  <a:pt x="2045960" y="923982"/>
                </a:lnTo>
                <a:lnTo>
                  <a:pt x="0" y="923982"/>
                </a:lnTo>
                <a:lnTo>
                  <a:pt x="0" y="0"/>
                </a:lnTo>
                <a:close/>
              </a:path>
            </a:pathLst>
          </a:custGeom>
          <a:blipFill rotWithShape="1">
            <a:blip r:embed="rId4">
              <a:alphaModFix/>
            </a:blip>
            <a:stretch>
              <a:fillRect/>
            </a:stretch>
          </a:blipFill>
          <a:ln>
            <a:noFill/>
          </a:ln>
        </p:spPr>
      </p:sp>
      <p:grpSp>
        <p:nvGrpSpPr>
          <p:cNvPr id="118" name="Google Shape;118;p15"/>
          <p:cNvGrpSpPr/>
          <p:nvPr/>
        </p:nvGrpSpPr>
        <p:grpSpPr>
          <a:xfrm>
            <a:off x="1028700" y="3600450"/>
            <a:ext cx="16230600" cy="5657850"/>
            <a:chOff x="0" y="0"/>
            <a:chExt cx="4274726" cy="1490133"/>
          </a:xfrm>
        </p:grpSpPr>
        <p:sp>
          <p:nvSpPr>
            <p:cNvPr id="119" name="Google Shape;119;p15"/>
            <p:cNvSpPr/>
            <p:nvPr/>
          </p:nvSpPr>
          <p:spPr>
            <a:xfrm>
              <a:off x="0" y="0"/>
              <a:ext cx="4274726" cy="1490133"/>
            </a:xfrm>
            <a:custGeom>
              <a:avLst/>
              <a:gdLst/>
              <a:ahLst/>
              <a:cxnLst/>
              <a:rect l="l" t="t" r="r" b="b"/>
              <a:pathLst>
                <a:path w="4274726" h="1490133" extrusionOk="0">
                  <a:moveTo>
                    <a:pt x="24327" y="0"/>
                  </a:moveTo>
                  <a:lnTo>
                    <a:pt x="4250399" y="0"/>
                  </a:lnTo>
                  <a:cubicBezTo>
                    <a:pt x="4263834" y="0"/>
                    <a:pt x="4274726" y="10891"/>
                    <a:pt x="4274726" y="24327"/>
                  </a:cubicBezTo>
                  <a:lnTo>
                    <a:pt x="4274726" y="1465807"/>
                  </a:lnTo>
                  <a:cubicBezTo>
                    <a:pt x="4274726" y="1472258"/>
                    <a:pt x="4272163" y="1478446"/>
                    <a:pt x="4267601" y="1483008"/>
                  </a:cubicBezTo>
                  <a:cubicBezTo>
                    <a:pt x="4263039" y="1487570"/>
                    <a:pt x="4256851" y="1490133"/>
                    <a:pt x="4250399" y="1490133"/>
                  </a:cubicBezTo>
                  <a:lnTo>
                    <a:pt x="24327" y="1490133"/>
                  </a:lnTo>
                  <a:cubicBezTo>
                    <a:pt x="10891" y="1490133"/>
                    <a:pt x="0" y="1479242"/>
                    <a:pt x="0" y="1465807"/>
                  </a:cubicBezTo>
                  <a:lnTo>
                    <a:pt x="0" y="24327"/>
                  </a:lnTo>
                  <a:cubicBezTo>
                    <a:pt x="0" y="10891"/>
                    <a:pt x="10891" y="0"/>
                    <a:pt x="24327" y="0"/>
                  </a:cubicBezTo>
                  <a:close/>
                </a:path>
              </a:pathLst>
            </a:custGeom>
            <a:solidFill>
              <a:srgbClr val="FEA9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15"/>
            <p:cNvSpPr txBox="1"/>
            <p:nvPr/>
          </p:nvSpPr>
          <p:spPr>
            <a:xfrm>
              <a:off x="0" y="152400"/>
              <a:ext cx="4274726" cy="1337733"/>
            </a:xfrm>
            <a:prstGeom prst="rect">
              <a:avLst/>
            </a:prstGeom>
            <a:noFill/>
            <a:ln>
              <a:noFill/>
            </a:ln>
          </p:spPr>
          <p:txBody>
            <a:bodyPr spcFirstLastPara="1" wrap="square" lIns="50800" tIns="50800" rIns="50800" bIns="50800" anchor="ctr" anchorCtr="0">
              <a:noAutofit/>
            </a:bodyPr>
            <a:lstStyle/>
            <a:p>
              <a:pPr lvl="0" algn="just">
                <a:lnSpc>
                  <a:spcPct val="91000"/>
                </a:lnSpc>
              </a:pPr>
              <a:r>
                <a:rPr lang="en-US" sz="3600" b="1" dirty="0">
                  <a:solidFill>
                    <a:schemeClr val="accent1">
                      <a:lumMod val="50000"/>
                    </a:schemeClr>
                  </a:solidFill>
                </a:rPr>
                <a:t>Monitoring student engagement in online and hybrid classrooms is challenging, especially at scale. Traditional methods are subjective and ineffective in identifying disengaged students early, leading to poor academic outcomes. This project proposes an image-based machine learning solution to automatically detect and classify student engagement levels.</a:t>
              </a:r>
              <a:endParaRPr sz="3600" b="1" dirty="0">
                <a:solidFill>
                  <a:schemeClr val="accent1">
                    <a:lumMod val="50000"/>
                  </a:schemeClr>
                </a:solidFill>
              </a:endParaRPr>
            </a:p>
          </p:txBody>
        </p:sp>
      </p:grpSp>
      <p:sp>
        <p:nvSpPr>
          <p:cNvPr id="121" name="Google Shape;121;p15"/>
          <p:cNvSpPr txBox="1"/>
          <p:nvPr/>
        </p:nvSpPr>
        <p:spPr>
          <a:xfrm>
            <a:off x="1028700" y="2180804"/>
            <a:ext cx="4492160" cy="1350139"/>
          </a:xfrm>
          <a:prstGeom prst="rect">
            <a:avLst/>
          </a:prstGeom>
          <a:noFill/>
          <a:ln>
            <a:noFill/>
          </a:ln>
        </p:spPr>
        <p:txBody>
          <a:bodyPr spcFirstLastPara="1" wrap="square" lIns="0" tIns="0" rIns="0" bIns="0" anchor="t" anchorCtr="0">
            <a:spAutoFit/>
          </a:bodyPr>
          <a:lstStyle/>
          <a:p>
            <a:pPr marL="0" marR="0" lvl="0" indent="0" algn="l" rtl="0">
              <a:lnSpc>
                <a:spcPct val="90666"/>
              </a:lnSpc>
              <a:spcBef>
                <a:spcPts val="0"/>
              </a:spcBef>
              <a:spcAft>
                <a:spcPts val="0"/>
              </a:spcAft>
              <a:buNone/>
            </a:pPr>
            <a:endParaRPr sz="1800" b="0" i="0" u="none" strike="noStrike" cap="none">
              <a:solidFill>
                <a:schemeClr val="dk1"/>
              </a:solidFill>
              <a:latin typeface="Calibri"/>
              <a:ea typeface="Calibri"/>
              <a:cs typeface="Calibri"/>
              <a:sym typeface="Calibri"/>
            </a:endParaRPr>
          </a:p>
          <a:p>
            <a:pPr marL="0" marR="0" lvl="0" indent="0" algn="l" rtl="0">
              <a:lnSpc>
                <a:spcPct val="90996"/>
              </a:lnSpc>
              <a:spcBef>
                <a:spcPts val="0"/>
              </a:spcBef>
              <a:spcAft>
                <a:spcPts val="0"/>
              </a:spcAft>
              <a:buNone/>
            </a:pPr>
            <a:r>
              <a:rPr lang="en-US" sz="7597" b="1" i="0" u="none" strike="noStrike" cap="none">
                <a:solidFill>
                  <a:srgbClr val="000000"/>
                </a:solidFill>
                <a:latin typeface="Arial"/>
                <a:ea typeface="Arial"/>
                <a:cs typeface="Arial"/>
                <a:sym typeface="Arial"/>
              </a:rPr>
              <a:t>Problem</a:t>
            </a:r>
            <a:r>
              <a:rPr lang="en-US" sz="7597" b="1" i="0" u="none" strike="noStrike" cap="none">
                <a:solidFill>
                  <a:srgbClr val="75BF50"/>
                </a:solidFill>
                <a:latin typeface="Arial"/>
                <a:ea typeface="Arial"/>
                <a:cs typeface="Arial"/>
                <a:sym typeface="Arial"/>
              </a:rPr>
              <a:t>. </a:t>
            </a:r>
            <a:endParaRPr/>
          </a:p>
          <a:p>
            <a:pPr marL="0" marR="0" lvl="0" indent="0" algn="l" rtl="0">
              <a:lnSpc>
                <a:spcPct val="33052"/>
              </a:lnSpc>
              <a:spcBef>
                <a:spcPts val="0"/>
              </a:spcBef>
              <a:spcAft>
                <a:spcPts val="0"/>
              </a:spcAft>
              <a:buNone/>
            </a:pPr>
            <a:endParaRPr sz="7597" b="1" i="0" u="none" strike="noStrike" cap="none">
              <a:solidFill>
                <a:srgbClr val="75BF50"/>
              </a:solidFill>
              <a:latin typeface="Arial"/>
              <a:ea typeface="Arial"/>
              <a:cs typeface="Arial"/>
              <a:sym typeface="Arial"/>
            </a:endParaRPr>
          </a:p>
        </p:txBody>
      </p:sp>
      <p:grpSp>
        <p:nvGrpSpPr>
          <p:cNvPr id="122" name="Google Shape;122;p15"/>
          <p:cNvGrpSpPr/>
          <p:nvPr/>
        </p:nvGrpSpPr>
        <p:grpSpPr>
          <a:xfrm>
            <a:off x="1028700" y="3600450"/>
            <a:ext cx="3114778" cy="1135971"/>
            <a:chOff x="0" y="0"/>
            <a:chExt cx="820353" cy="299186"/>
          </a:xfrm>
        </p:grpSpPr>
        <p:sp>
          <p:nvSpPr>
            <p:cNvPr id="123" name="Google Shape;123;p15"/>
            <p:cNvSpPr/>
            <p:nvPr/>
          </p:nvSpPr>
          <p:spPr>
            <a:xfrm>
              <a:off x="0" y="0"/>
              <a:ext cx="820353" cy="299186"/>
            </a:xfrm>
            <a:custGeom>
              <a:avLst/>
              <a:gdLst/>
              <a:ahLst/>
              <a:cxnLst/>
              <a:rect l="l" t="t" r="r" b="b"/>
              <a:pathLst>
                <a:path w="820353" h="299186" extrusionOk="0">
                  <a:moveTo>
                    <a:pt x="126763" y="0"/>
                  </a:moveTo>
                  <a:lnTo>
                    <a:pt x="693590" y="0"/>
                  </a:lnTo>
                  <a:cubicBezTo>
                    <a:pt x="763599" y="0"/>
                    <a:pt x="820353" y="56754"/>
                    <a:pt x="820353" y="126763"/>
                  </a:cubicBezTo>
                  <a:lnTo>
                    <a:pt x="820353" y="172423"/>
                  </a:lnTo>
                  <a:cubicBezTo>
                    <a:pt x="820353" y="206043"/>
                    <a:pt x="806998" y="238285"/>
                    <a:pt x="783225" y="262058"/>
                  </a:cubicBezTo>
                  <a:cubicBezTo>
                    <a:pt x="759452" y="285830"/>
                    <a:pt x="727210" y="299186"/>
                    <a:pt x="693590" y="299186"/>
                  </a:cubicBezTo>
                  <a:lnTo>
                    <a:pt x="126763" y="299186"/>
                  </a:lnTo>
                  <a:cubicBezTo>
                    <a:pt x="56754" y="299186"/>
                    <a:pt x="0" y="242432"/>
                    <a:pt x="0" y="172423"/>
                  </a:cubicBezTo>
                  <a:lnTo>
                    <a:pt x="0" y="126763"/>
                  </a:lnTo>
                  <a:cubicBezTo>
                    <a:pt x="0" y="93143"/>
                    <a:pt x="13355" y="60901"/>
                    <a:pt x="37128" y="37128"/>
                  </a:cubicBezTo>
                  <a:cubicBezTo>
                    <a:pt x="60901" y="13355"/>
                    <a:pt x="93143" y="0"/>
                    <a:pt x="126763" y="0"/>
                  </a:cubicBezTo>
                  <a:close/>
                </a:path>
              </a:pathLst>
            </a:custGeom>
            <a:solidFill>
              <a:srgbClr val="284B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15"/>
            <p:cNvSpPr txBox="1"/>
            <p:nvPr/>
          </p:nvSpPr>
          <p:spPr>
            <a:xfrm>
              <a:off x="0" y="57150"/>
              <a:ext cx="820353" cy="242036"/>
            </a:xfrm>
            <a:prstGeom prst="rect">
              <a:avLst/>
            </a:prstGeom>
            <a:noFill/>
            <a:ln>
              <a:noFill/>
            </a:ln>
          </p:spPr>
          <p:txBody>
            <a:bodyPr spcFirstLastPara="1" wrap="square" lIns="50800" tIns="50800" rIns="50800" bIns="50800" anchor="ctr" anchorCtr="0">
              <a:noAutofit/>
            </a:bodyPr>
            <a:lstStyle/>
            <a:p>
              <a:pPr marL="0" marR="0" lvl="0" indent="0" algn="ctr" rtl="0">
                <a:lnSpc>
                  <a:spcPct val="91020"/>
                </a:lnSpc>
                <a:spcBef>
                  <a:spcPts val="0"/>
                </a:spcBef>
                <a:spcAft>
                  <a:spcPts val="0"/>
                </a:spcAft>
                <a:buNone/>
              </a:pPr>
              <a:r>
                <a:rPr lang="en-US" sz="1793" b="1" i="0" u="none" strike="noStrike" cap="none">
                  <a:solidFill>
                    <a:srgbClr val="FFFFFF"/>
                  </a:solidFill>
                  <a:latin typeface="Arial"/>
                  <a:ea typeface="Arial"/>
                  <a:cs typeface="Arial"/>
                  <a:sym typeface="Arial"/>
                </a:rPr>
                <a:t>PROBLEM STATEMENT</a:t>
              </a: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16"/>
          <p:cNvSpPr/>
          <p:nvPr/>
        </p:nvSpPr>
        <p:spPr>
          <a:xfrm>
            <a:off x="3333317" y="701930"/>
            <a:ext cx="2743124" cy="653540"/>
          </a:xfrm>
          <a:custGeom>
            <a:avLst/>
            <a:gdLst/>
            <a:ahLst/>
            <a:cxnLst/>
            <a:rect l="l" t="t" r="r" b="b"/>
            <a:pathLst>
              <a:path w="2743124" h="653540" extrusionOk="0">
                <a:moveTo>
                  <a:pt x="0" y="0"/>
                </a:moveTo>
                <a:lnTo>
                  <a:pt x="2743124" y="0"/>
                </a:lnTo>
                <a:lnTo>
                  <a:pt x="2743124" y="653540"/>
                </a:lnTo>
                <a:lnTo>
                  <a:pt x="0" y="653540"/>
                </a:lnTo>
                <a:lnTo>
                  <a:pt x="0" y="0"/>
                </a:lnTo>
                <a:close/>
              </a:path>
            </a:pathLst>
          </a:custGeom>
          <a:blipFill rotWithShape="1">
            <a:blip r:embed="rId3">
              <a:alphaModFix/>
            </a:blip>
            <a:stretch>
              <a:fillRect r="-1381"/>
            </a:stretch>
          </a:blipFill>
          <a:ln>
            <a:noFill/>
          </a:ln>
        </p:spPr>
      </p:sp>
      <p:sp>
        <p:nvSpPr>
          <p:cNvPr id="130" name="Google Shape;130;p16"/>
          <p:cNvSpPr/>
          <p:nvPr/>
        </p:nvSpPr>
        <p:spPr>
          <a:xfrm>
            <a:off x="1028700" y="566709"/>
            <a:ext cx="2045960" cy="923982"/>
          </a:xfrm>
          <a:custGeom>
            <a:avLst/>
            <a:gdLst/>
            <a:ahLst/>
            <a:cxnLst/>
            <a:rect l="l" t="t" r="r" b="b"/>
            <a:pathLst>
              <a:path w="2045960" h="923982" extrusionOk="0">
                <a:moveTo>
                  <a:pt x="0" y="0"/>
                </a:moveTo>
                <a:lnTo>
                  <a:pt x="2045960" y="0"/>
                </a:lnTo>
                <a:lnTo>
                  <a:pt x="2045960" y="923982"/>
                </a:lnTo>
                <a:lnTo>
                  <a:pt x="0" y="923982"/>
                </a:lnTo>
                <a:lnTo>
                  <a:pt x="0" y="0"/>
                </a:lnTo>
                <a:close/>
              </a:path>
            </a:pathLst>
          </a:custGeom>
          <a:blipFill rotWithShape="1">
            <a:blip r:embed="rId4">
              <a:alphaModFix/>
            </a:blip>
            <a:stretch>
              <a:fillRect/>
            </a:stretch>
          </a:blipFill>
          <a:ln>
            <a:noFill/>
          </a:ln>
        </p:spPr>
      </p:sp>
      <p:grpSp>
        <p:nvGrpSpPr>
          <p:cNvPr id="131" name="Google Shape;131;p16"/>
          <p:cNvGrpSpPr/>
          <p:nvPr/>
        </p:nvGrpSpPr>
        <p:grpSpPr>
          <a:xfrm>
            <a:off x="1113756" y="3530943"/>
            <a:ext cx="11698816" cy="1721385"/>
            <a:chOff x="0" y="0"/>
            <a:chExt cx="3081170" cy="453369"/>
          </a:xfrm>
        </p:grpSpPr>
        <p:sp>
          <p:nvSpPr>
            <p:cNvPr id="132" name="Google Shape;132;p16"/>
            <p:cNvSpPr/>
            <p:nvPr/>
          </p:nvSpPr>
          <p:spPr>
            <a:xfrm>
              <a:off x="0" y="0"/>
              <a:ext cx="3081170" cy="453369"/>
            </a:xfrm>
            <a:custGeom>
              <a:avLst/>
              <a:gdLst/>
              <a:ahLst/>
              <a:cxnLst/>
              <a:rect l="l" t="t" r="r" b="b"/>
              <a:pathLst>
                <a:path w="3081170" h="453369" extrusionOk="0">
                  <a:moveTo>
                    <a:pt x="14559" y="0"/>
                  </a:moveTo>
                  <a:lnTo>
                    <a:pt x="3066611" y="0"/>
                  </a:lnTo>
                  <a:cubicBezTo>
                    <a:pt x="3074651" y="0"/>
                    <a:pt x="3081170" y="6518"/>
                    <a:pt x="3081170" y="14559"/>
                  </a:cubicBezTo>
                  <a:lnTo>
                    <a:pt x="3081170" y="438810"/>
                  </a:lnTo>
                  <a:cubicBezTo>
                    <a:pt x="3081170" y="446851"/>
                    <a:pt x="3074651" y="453369"/>
                    <a:pt x="3066611" y="453369"/>
                  </a:cubicBezTo>
                  <a:lnTo>
                    <a:pt x="14559" y="453369"/>
                  </a:lnTo>
                  <a:cubicBezTo>
                    <a:pt x="6518" y="453369"/>
                    <a:pt x="0" y="446851"/>
                    <a:pt x="0" y="438810"/>
                  </a:cubicBezTo>
                  <a:lnTo>
                    <a:pt x="0" y="14559"/>
                  </a:lnTo>
                  <a:cubicBezTo>
                    <a:pt x="0" y="6518"/>
                    <a:pt x="6518" y="0"/>
                    <a:pt x="14559" y="0"/>
                  </a:cubicBezTo>
                  <a:close/>
                </a:path>
              </a:pathLst>
            </a:custGeom>
            <a:solidFill>
              <a:srgbClr val="284B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16"/>
            <p:cNvSpPr txBox="1"/>
            <p:nvPr/>
          </p:nvSpPr>
          <p:spPr>
            <a:xfrm>
              <a:off x="0" y="76200"/>
              <a:ext cx="3081170" cy="377169"/>
            </a:xfrm>
            <a:prstGeom prst="rect">
              <a:avLst/>
            </a:prstGeom>
            <a:noFill/>
            <a:ln>
              <a:noFill/>
            </a:ln>
          </p:spPr>
          <p:txBody>
            <a:bodyPr spcFirstLastPara="1" wrap="square" lIns="50800" tIns="50800" rIns="50800" bIns="50800" anchor="ctr" anchorCtr="0">
              <a:noAutofit/>
            </a:bodyPr>
            <a:lstStyle/>
            <a:p>
              <a:pPr lvl="0" algn="just">
                <a:lnSpc>
                  <a:spcPct val="91012"/>
                </a:lnSpc>
              </a:pPr>
              <a:r>
                <a:rPr lang="en-US" sz="3200" b="1" dirty="0">
                  <a:solidFill>
                    <a:srgbClr val="FFC000"/>
                  </a:solidFill>
                </a:rPr>
                <a:t>Student engagement data is complex and often misleading. Metrics alone cannot capture true learning and may raise ethical concerns, requiring a more balanced approach.</a:t>
              </a:r>
              <a:endParaRPr b="1" dirty="0">
                <a:solidFill>
                  <a:srgbClr val="FFC000"/>
                </a:solidFill>
              </a:endParaRPr>
            </a:p>
          </p:txBody>
        </p:sp>
      </p:grpSp>
      <p:sp>
        <p:nvSpPr>
          <p:cNvPr id="134" name="Google Shape;134;p16"/>
          <p:cNvSpPr txBox="1"/>
          <p:nvPr/>
        </p:nvSpPr>
        <p:spPr>
          <a:xfrm>
            <a:off x="1113756" y="1980779"/>
            <a:ext cx="14622363" cy="1343752"/>
          </a:xfrm>
          <a:prstGeom prst="rect">
            <a:avLst/>
          </a:prstGeom>
          <a:noFill/>
          <a:ln>
            <a:noFill/>
          </a:ln>
        </p:spPr>
        <p:txBody>
          <a:bodyPr spcFirstLastPara="1" wrap="square" lIns="0" tIns="0" rIns="0" bIns="0" anchor="t" anchorCtr="0">
            <a:spAutoFit/>
          </a:bodyPr>
          <a:lstStyle/>
          <a:p>
            <a:pPr marL="0" marR="0" lvl="0" indent="0" algn="l" rtl="0">
              <a:lnSpc>
                <a:spcPct val="90666"/>
              </a:lnSpc>
              <a:spcBef>
                <a:spcPts val="0"/>
              </a:spcBef>
              <a:spcAft>
                <a:spcPts val="0"/>
              </a:spcAft>
              <a:buNone/>
            </a:pPr>
            <a:endParaRPr sz="1800" b="0" i="0" u="none" strike="noStrike" cap="none">
              <a:solidFill>
                <a:schemeClr val="dk1"/>
              </a:solidFill>
              <a:latin typeface="Calibri"/>
              <a:ea typeface="Calibri"/>
              <a:cs typeface="Calibri"/>
              <a:sym typeface="Calibri"/>
            </a:endParaRPr>
          </a:p>
          <a:p>
            <a:pPr marL="0" marR="0" lvl="0" indent="0" algn="l" rtl="0">
              <a:lnSpc>
                <a:spcPct val="90996"/>
              </a:lnSpc>
              <a:spcBef>
                <a:spcPts val="0"/>
              </a:spcBef>
              <a:spcAft>
                <a:spcPts val="0"/>
              </a:spcAft>
              <a:buNone/>
            </a:pPr>
            <a:r>
              <a:rPr lang="en-US" sz="7597" b="1" i="0" u="none" strike="noStrike" cap="none">
                <a:solidFill>
                  <a:srgbClr val="000000"/>
                </a:solidFill>
                <a:latin typeface="Arial"/>
                <a:ea typeface="Arial"/>
                <a:cs typeface="Arial"/>
                <a:sym typeface="Arial"/>
              </a:rPr>
              <a:t>Proofs </a:t>
            </a:r>
            <a:r>
              <a:rPr lang="en-US" sz="7597" b="0" i="0" u="none" strike="noStrike" cap="none">
                <a:solidFill>
                  <a:srgbClr val="000000"/>
                </a:solidFill>
                <a:latin typeface="Arial"/>
                <a:ea typeface="Arial"/>
                <a:cs typeface="Arial"/>
                <a:sym typeface="Arial"/>
              </a:rPr>
              <a:t>for </a:t>
            </a:r>
            <a:r>
              <a:rPr lang="en-US" sz="7597" b="1" i="0" u="none" strike="noStrike" cap="none">
                <a:solidFill>
                  <a:srgbClr val="000000"/>
                </a:solidFill>
                <a:latin typeface="Arial"/>
                <a:ea typeface="Arial"/>
                <a:cs typeface="Arial"/>
                <a:sym typeface="Arial"/>
              </a:rPr>
              <a:t>Problem Statement</a:t>
            </a:r>
            <a:r>
              <a:rPr lang="en-US" sz="7597" b="1" i="0" u="none" strike="noStrike" cap="none">
                <a:solidFill>
                  <a:srgbClr val="75BF50"/>
                </a:solidFill>
                <a:latin typeface="Arial"/>
                <a:ea typeface="Arial"/>
                <a:cs typeface="Arial"/>
                <a:sym typeface="Arial"/>
              </a:rPr>
              <a:t>. </a:t>
            </a:r>
            <a:endParaRPr/>
          </a:p>
          <a:p>
            <a:pPr marL="0" marR="0" lvl="0" indent="0" algn="l" rtl="0">
              <a:lnSpc>
                <a:spcPct val="33052"/>
              </a:lnSpc>
              <a:spcBef>
                <a:spcPts val="0"/>
              </a:spcBef>
              <a:spcAft>
                <a:spcPts val="0"/>
              </a:spcAft>
              <a:buNone/>
            </a:pPr>
            <a:endParaRPr sz="7597" b="1" i="0" u="none" strike="noStrike" cap="none">
              <a:solidFill>
                <a:srgbClr val="75BF50"/>
              </a:solidFill>
              <a:latin typeface="Arial"/>
              <a:ea typeface="Arial"/>
              <a:cs typeface="Arial"/>
              <a:sym typeface="Arial"/>
            </a:endParaRPr>
          </a:p>
        </p:txBody>
      </p:sp>
      <p:grpSp>
        <p:nvGrpSpPr>
          <p:cNvPr id="135" name="Google Shape;135;p16"/>
          <p:cNvGrpSpPr/>
          <p:nvPr/>
        </p:nvGrpSpPr>
        <p:grpSpPr>
          <a:xfrm>
            <a:off x="13138436" y="3530943"/>
            <a:ext cx="3687818" cy="1721385"/>
            <a:chOff x="0" y="0"/>
            <a:chExt cx="971277" cy="453369"/>
          </a:xfrm>
        </p:grpSpPr>
        <p:sp>
          <p:nvSpPr>
            <p:cNvPr id="136" name="Google Shape;136;p16"/>
            <p:cNvSpPr/>
            <p:nvPr/>
          </p:nvSpPr>
          <p:spPr>
            <a:xfrm>
              <a:off x="0" y="0"/>
              <a:ext cx="971277" cy="453369"/>
            </a:xfrm>
            <a:custGeom>
              <a:avLst/>
              <a:gdLst/>
              <a:ahLst/>
              <a:cxnLst/>
              <a:rect l="l" t="t" r="r" b="b"/>
              <a:pathLst>
                <a:path w="971277" h="453369" extrusionOk="0">
                  <a:moveTo>
                    <a:pt x="46185" y="0"/>
                  </a:moveTo>
                  <a:lnTo>
                    <a:pt x="925092" y="0"/>
                  </a:lnTo>
                  <a:cubicBezTo>
                    <a:pt x="950599" y="0"/>
                    <a:pt x="971277" y="20678"/>
                    <a:pt x="971277" y="46185"/>
                  </a:cubicBezTo>
                  <a:lnTo>
                    <a:pt x="971277" y="407184"/>
                  </a:lnTo>
                  <a:cubicBezTo>
                    <a:pt x="971277" y="419433"/>
                    <a:pt x="966411" y="431180"/>
                    <a:pt x="957750" y="439842"/>
                  </a:cubicBezTo>
                  <a:cubicBezTo>
                    <a:pt x="949089" y="448503"/>
                    <a:pt x="937341" y="453369"/>
                    <a:pt x="925092" y="453369"/>
                  </a:cubicBezTo>
                  <a:lnTo>
                    <a:pt x="46185" y="453369"/>
                  </a:lnTo>
                  <a:cubicBezTo>
                    <a:pt x="20678" y="453369"/>
                    <a:pt x="0" y="432691"/>
                    <a:pt x="0" y="407184"/>
                  </a:cubicBezTo>
                  <a:lnTo>
                    <a:pt x="0" y="46185"/>
                  </a:lnTo>
                  <a:cubicBezTo>
                    <a:pt x="0" y="20678"/>
                    <a:pt x="20678" y="0"/>
                    <a:pt x="46185" y="0"/>
                  </a:cubicBezTo>
                  <a:close/>
                </a:path>
              </a:pathLst>
            </a:custGeom>
            <a:solidFill>
              <a:srgbClr val="FEA9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16">
              <a:hlinkClick r:id="rId5"/>
            </p:cNvPr>
            <p:cNvSpPr txBox="1"/>
            <p:nvPr/>
          </p:nvSpPr>
          <p:spPr>
            <a:xfrm>
              <a:off x="0" y="76200"/>
              <a:ext cx="971277" cy="377169"/>
            </a:xfrm>
            <a:prstGeom prst="rect">
              <a:avLst/>
            </a:prstGeom>
            <a:noFill/>
            <a:ln>
              <a:noFill/>
            </a:ln>
          </p:spPr>
          <p:txBody>
            <a:bodyPr spcFirstLastPara="1" wrap="square" lIns="50800" tIns="50800" rIns="50800" bIns="50800" anchor="ctr" anchorCtr="0">
              <a:noAutofit/>
            </a:bodyPr>
            <a:lstStyle/>
            <a:p>
              <a:pPr marL="0" marR="0" lvl="0" indent="0" algn="ctr" rtl="0">
                <a:lnSpc>
                  <a:spcPct val="91012"/>
                </a:lnSpc>
                <a:spcBef>
                  <a:spcPts val="0"/>
                </a:spcBef>
                <a:spcAft>
                  <a:spcPts val="0"/>
                </a:spcAft>
                <a:buNone/>
              </a:pPr>
              <a:r>
                <a:rPr lang="en-US" sz="2993" b="1" i="0" u="none" strike="noStrike" cap="none" dirty="0">
                  <a:solidFill>
                    <a:srgbClr val="284B71"/>
                  </a:solidFill>
                  <a:latin typeface="Arial"/>
                  <a:ea typeface="Arial"/>
                  <a:cs typeface="Arial"/>
                  <a:sym typeface="Arial"/>
                </a:rPr>
                <a:t>Link to News Article 1</a:t>
              </a:r>
              <a:endParaRPr dirty="0"/>
            </a:p>
          </p:txBody>
        </p:sp>
      </p:grpSp>
      <p:grpSp>
        <p:nvGrpSpPr>
          <p:cNvPr id="138" name="Google Shape;138;p16"/>
          <p:cNvGrpSpPr/>
          <p:nvPr/>
        </p:nvGrpSpPr>
        <p:grpSpPr>
          <a:xfrm>
            <a:off x="13138436" y="5454569"/>
            <a:ext cx="3687818" cy="1721385"/>
            <a:chOff x="0" y="0"/>
            <a:chExt cx="971277" cy="453369"/>
          </a:xfrm>
        </p:grpSpPr>
        <p:sp>
          <p:nvSpPr>
            <p:cNvPr id="139" name="Google Shape;139;p16"/>
            <p:cNvSpPr/>
            <p:nvPr/>
          </p:nvSpPr>
          <p:spPr>
            <a:xfrm>
              <a:off x="0" y="0"/>
              <a:ext cx="971277" cy="453369"/>
            </a:xfrm>
            <a:custGeom>
              <a:avLst/>
              <a:gdLst/>
              <a:ahLst/>
              <a:cxnLst/>
              <a:rect l="l" t="t" r="r" b="b"/>
              <a:pathLst>
                <a:path w="971277" h="453369" extrusionOk="0">
                  <a:moveTo>
                    <a:pt x="46185" y="0"/>
                  </a:moveTo>
                  <a:lnTo>
                    <a:pt x="925092" y="0"/>
                  </a:lnTo>
                  <a:cubicBezTo>
                    <a:pt x="950599" y="0"/>
                    <a:pt x="971277" y="20678"/>
                    <a:pt x="971277" y="46185"/>
                  </a:cubicBezTo>
                  <a:lnTo>
                    <a:pt x="971277" y="407184"/>
                  </a:lnTo>
                  <a:cubicBezTo>
                    <a:pt x="971277" y="419433"/>
                    <a:pt x="966411" y="431180"/>
                    <a:pt x="957750" y="439842"/>
                  </a:cubicBezTo>
                  <a:cubicBezTo>
                    <a:pt x="949089" y="448503"/>
                    <a:pt x="937341" y="453369"/>
                    <a:pt x="925092" y="453369"/>
                  </a:cubicBezTo>
                  <a:lnTo>
                    <a:pt x="46185" y="453369"/>
                  </a:lnTo>
                  <a:cubicBezTo>
                    <a:pt x="20678" y="453369"/>
                    <a:pt x="0" y="432691"/>
                    <a:pt x="0" y="407184"/>
                  </a:cubicBezTo>
                  <a:lnTo>
                    <a:pt x="0" y="46185"/>
                  </a:lnTo>
                  <a:cubicBezTo>
                    <a:pt x="0" y="20678"/>
                    <a:pt x="20678" y="0"/>
                    <a:pt x="46185" y="0"/>
                  </a:cubicBezTo>
                  <a:close/>
                </a:path>
              </a:pathLst>
            </a:custGeom>
            <a:solidFill>
              <a:srgbClr val="FEA9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16">
              <a:hlinkClick r:id="rId6"/>
            </p:cNvPr>
            <p:cNvSpPr txBox="1"/>
            <p:nvPr/>
          </p:nvSpPr>
          <p:spPr>
            <a:xfrm>
              <a:off x="0" y="76200"/>
              <a:ext cx="971277" cy="377169"/>
            </a:xfrm>
            <a:prstGeom prst="rect">
              <a:avLst/>
            </a:prstGeom>
            <a:noFill/>
            <a:ln>
              <a:noFill/>
            </a:ln>
          </p:spPr>
          <p:txBody>
            <a:bodyPr spcFirstLastPara="1" wrap="square" lIns="50800" tIns="50800" rIns="50800" bIns="50800" anchor="ctr" anchorCtr="0">
              <a:noAutofit/>
            </a:bodyPr>
            <a:lstStyle/>
            <a:p>
              <a:pPr marL="0" marR="0" lvl="0" indent="0" algn="ctr" rtl="0">
                <a:lnSpc>
                  <a:spcPct val="91012"/>
                </a:lnSpc>
                <a:spcBef>
                  <a:spcPts val="0"/>
                </a:spcBef>
                <a:spcAft>
                  <a:spcPts val="0"/>
                </a:spcAft>
                <a:buNone/>
              </a:pPr>
              <a:r>
                <a:rPr lang="en-US" sz="2993" b="1" i="0" u="none" strike="noStrike" cap="none" dirty="0">
                  <a:solidFill>
                    <a:srgbClr val="284B71"/>
                  </a:solidFill>
                  <a:latin typeface="Arial"/>
                  <a:ea typeface="Arial"/>
                  <a:cs typeface="Arial"/>
                  <a:sym typeface="Arial"/>
                </a:rPr>
                <a:t>Link to News Article 2</a:t>
              </a:r>
              <a:endParaRPr dirty="0"/>
            </a:p>
          </p:txBody>
        </p:sp>
      </p:grpSp>
      <p:grpSp>
        <p:nvGrpSpPr>
          <p:cNvPr id="141" name="Google Shape;141;p16"/>
          <p:cNvGrpSpPr/>
          <p:nvPr/>
        </p:nvGrpSpPr>
        <p:grpSpPr>
          <a:xfrm>
            <a:off x="13138436" y="7375978"/>
            <a:ext cx="3687818" cy="1721385"/>
            <a:chOff x="0" y="0"/>
            <a:chExt cx="971277" cy="453369"/>
          </a:xfrm>
        </p:grpSpPr>
        <p:sp>
          <p:nvSpPr>
            <p:cNvPr id="142" name="Google Shape;142;p16"/>
            <p:cNvSpPr/>
            <p:nvPr/>
          </p:nvSpPr>
          <p:spPr>
            <a:xfrm>
              <a:off x="0" y="0"/>
              <a:ext cx="971277" cy="453369"/>
            </a:xfrm>
            <a:custGeom>
              <a:avLst/>
              <a:gdLst/>
              <a:ahLst/>
              <a:cxnLst/>
              <a:rect l="l" t="t" r="r" b="b"/>
              <a:pathLst>
                <a:path w="971277" h="453369" extrusionOk="0">
                  <a:moveTo>
                    <a:pt x="46185" y="0"/>
                  </a:moveTo>
                  <a:lnTo>
                    <a:pt x="925092" y="0"/>
                  </a:lnTo>
                  <a:cubicBezTo>
                    <a:pt x="950599" y="0"/>
                    <a:pt x="971277" y="20678"/>
                    <a:pt x="971277" y="46185"/>
                  </a:cubicBezTo>
                  <a:lnTo>
                    <a:pt x="971277" y="407184"/>
                  </a:lnTo>
                  <a:cubicBezTo>
                    <a:pt x="971277" y="419433"/>
                    <a:pt x="966411" y="431180"/>
                    <a:pt x="957750" y="439842"/>
                  </a:cubicBezTo>
                  <a:cubicBezTo>
                    <a:pt x="949089" y="448503"/>
                    <a:pt x="937341" y="453369"/>
                    <a:pt x="925092" y="453369"/>
                  </a:cubicBezTo>
                  <a:lnTo>
                    <a:pt x="46185" y="453369"/>
                  </a:lnTo>
                  <a:cubicBezTo>
                    <a:pt x="20678" y="453369"/>
                    <a:pt x="0" y="432691"/>
                    <a:pt x="0" y="407184"/>
                  </a:cubicBezTo>
                  <a:lnTo>
                    <a:pt x="0" y="46185"/>
                  </a:lnTo>
                  <a:cubicBezTo>
                    <a:pt x="0" y="20678"/>
                    <a:pt x="20678" y="0"/>
                    <a:pt x="46185" y="0"/>
                  </a:cubicBezTo>
                  <a:close/>
                </a:path>
              </a:pathLst>
            </a:custGeom>
            <a:solidFill>
              <a:srgbClr val="FEA9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16">
              <a:hlinkClick r:id="rId7"/>
            </p:cNvPr>
            <p:cNvSpPr txBox="1"/>
            <p:nvPr/>
          </p:nvSpPr>
          <p:spPr>
            <a:xfrm>
              <a:off x="0" y="76200"/>
              <a:ext cx="971277" cy="377169"/>
            </a:xfrm>
            <a:prstGeom prst="rect">
              <a:avLst/>
            </a:prstGeom>
            <a:noFill/>
            <a:ln>
              <a:noFill/>
            </a:ln>
          </p:spPr>
          <p:txBody>
            <a:bodyPr spcFirstLastPara="1" wrap="square" lIns="50800" tIns="50800" rIns="50800" bIns="50800" anchor="ctr" anchorCtr="0">
              <a:noAutofit/>
            </a:bodyPr>
            <a:lstStyle/>
            <a:p>
              <a:pPr marL="0" marR="0" lvl="0" indent="0" algn="ctr" rtl="0">
                <a:lnSpc>
                  <a:spcPct val="91012"/>
                </a:lnSpc>
                <a:spcBef>
                  <a:spcPts val="0"/>
                </a:spcBef>
                <a:spcAft>
                  <a:spcPts val="0"/>
                </a:spcAft>
                <a:buNone/>
              </a:pPr>
              <a:r>
                <a:rPr lang="en-US" sz="2993" b="1" i="0" u="none" strike="noStrike" cap="none" dirty="0">
                  <a:solidFill>
                    <a:srgbClr val="284B71"/>
                  </a:solidFill>
                  <a:latin typeface="Arial"/>
                  <a:ea typeface="Arial"/>
                  <a:cs typeface="Arial"/>
                  <a:sym typeface="Arial"/>
                </a:rPr>
                <a:t>Link</a:t>
              </a:r>
              <a:r>
                <a:rPr lang="en-US" sz="2993" b="1" dirty="0">
                  <a:solidFill>
                    <a:srgbClr val="284B71"/>
                  </a:solidFill>
                </a:rPr>
                <a:t> </a:t>
              </a:r>
              <a:r>
                <a:rPr lang="en-US" sz="2993" b="1" i="0" u="none" strike="noStrike" cap="none" dirty="0">
                  <a:solidFill>
                    <a:srgbClr val="284B71"/>
                  </a:solidFill>
                  <a:latin typeface="Arial"/>
                  <a:ea typeface="Arial"/>
                  <a:cs typeface="Arial"/>
                  <a:sym typeface="Arial"/>
                </a:rPr>
                <a:t>to News Article 3</a:t>
              </a:r>
              <a:endParaRPr dirty="0"/>
            </a:p>
          </p:txBody>
        </p:sp>
      </p:grpSp>
      <p:grpSp>
        <p:nvGrpSpPr>
          <p:cNvPr id="144" name="Google Shape;144;p16"/>
          <p:cNvGrpSpPr/>
          <p:nvPr/>
        </p:nvGrpSpPr>
        <p:grpSpPr>
          <a:xfrm>
            <a:off x="1113756" y="5445045"/>
            <a:ext cx="11698816" cy="1738217"/>
            <a:chOff x="0" y="-4433"/>
            <a:chExt cx="3081170" cy="457802"/>
          </a:xfrm>
        </p:grpSpPr>
        <p:sp>
          <p:nvSpPr>
            <p:cNvPr id="145" name="Google Shape;145;p16"/>
            <p:cNvSpPr/>
            <p:nvPr/>
          </p:nvSpPr>
          <p:spPr>
            <a:xfrm>
              <a:off x="0" y="0"/>
              <a:ext cx="3081170" cy="453369"/>
            </a:xfrm>
            <a:custGeom>
              <a:avLst/>
              <a:gdLst/>
              <a:ahLst/>
              <a:cxnLst/>
              <a:rect l="l" t="t" r="r" b="b"/>
              <a:pathLst>
                <a:path w="3081170" h="453369" extrusionOk="0">
                  <a:moveTo>
                    <a:pt x="14559" y="0"/>
                  </a:moveTo>
                  <a:lnTo>
                    <a:pt x="3066611" y="0"/>
                  </a:lnTo>
                  <a:cubicBezTo>
                    <a:pt x="3074651" y="0"/>
                    <a:pt x="3081170" y="6518"/>
                    <a:pt x="3081170" y="14559"/>
                  </a:cubicBezTo>
                  <a:lnTo>
                    <a:pt x="3081170" y="438810"/>
                  </a:lnTo>
                  <a:cubicBezTo>
                    <a:pt x="3081170" y="446851"/>
                    <a:pt x="3074651" y="453369"/>
                    <a:pt x="3066611" y="453369"/>
                  </a:cubicBezTo>
                  <a:lnTo>
                    <a:pt x="14559" y="453369"/>
                  </a:lnTo>
                  <a:cubicBezTo>
                    <a:pt x="6518" y="453369"/>
                    <a:pt x="0" y="446851"/>
                    <a:pt x="0" y="438810"/>
                  </a:cubicBezTo>
                  <a:lnTo>
                    <a:pt x="0" y="14559"/>
                  </a:lnTo>
                  <a:cubicBezTo>
                    <a:pt x="0" y="6518"/>
                    <a:pt x="6518" y="0"/>
                    <a:pt x="14559" y="0"/>
                  </a:cubicBezTo>
                  <a:close/>
                </a:path>
              </a:pathLst>
            </a:custGeom>
            <a:solidFill>
              <a:srgbClr val="284B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16"/>
            <p:cNvSpPr txBox="1"/>
            <p:nvPr/>
          </p:nvSpPr>
          <p:spPr>
            <a:xfrm>
              <a:off x="0" y="-4433"/>
              <a:ext cx="3081170" cy="457802"/>
            </a:xfrm>
            <a:prstGeom prst="rect">
              <a:avLst/>
            </a:prstGeom>
            <a:noFill/>
            <a:ln>
              <a:noFill/>
            </a:ln>
          </p:spPr>
          <p:txBody>
            <a:bodyPr spcFirstLastPara="1" wrap="square" lIns="50800" tIns="50800" rIns="50800" bIns="50800" anchor="ctr" anchorCtr="0">
              <a:noAutofit/>
            </a:bodyPr>
            <a:lstStyle/>
            <a:p>
              <a:pPr marL="0" marR="0" lvl="0" indent="0" algn="ctr" rtl="0">
                <a:lnSpc>
                  <a:spcPct val="91012"/>
                </a:lnSpc>
                <a:spcBef>
                  <a:spcPts val="0"/>
                </a:spcBef>
                <a:spcAft>
                  <a:spcPts val="0"/>
                </a:spcAft>
                <a:buNone/>
              </a:pPr>
              <a:r>
                <a:rPr lang="en-US" sz="2993" b="1" i="0" u="none" strike="noStrike" cap="none" dirty="0">
                  <a:solidFill>
                    <a:srgbClr val="FEA928"/>
                  </a:solidFill>
                  <a:latin typeface="Arial"/>
                  <a:ea typeface="Arial"/>
                  <a:cs typeface="Arial"/>
                  <a:sym typeface="Arial"/>
                </a:rPr>
                <a:t> </a:t>
              </a:r>
              <a:endParaRPr dirty="0"/>
            </a:p>
          </p:txBody>
        </p:sp>
      </p:grpSp>
      <p:grpSp>
        <p:nvGrpSpPr>
          <p:cNvPr id="147" name="Google Shape;147;p16"/>
          <p:cNvGrpSpPr/>
          <p:nvPr/>
        </p:nvGrpSpPr>
        <p:grpSpPr>
          <a:xfrm>
            <a:off x="1113756" y="7375978"/>
            <a:ext cx="11698816" cy="1721385"/>
            <a:chOff x="0" y="0"/>
            <a:chExt cx="3081170" cy="453369"/>
          </a:xfrm>
        </p:grpSpPr>
        <p:sp>
          <p:nvSpPr>
            <p:cNvPr id="148" name="Google Shape;148;p16"/>
            <p:cNvSpPr/>
            <p:nvPr/>
          </p:nvSpPr>
          <p:spPr>
            <a:xfrm>
              <a:off x="0" y="0"/>
              <a:ext cx="3081170" cy="453369"/>
            </a:xfrm>
            <a:custGeom>
              <a:avLst/>
              <a:gdLst/>
              <a:ahLst/>
              <a:cxnLst/>
              <a:rect l="l" t="t" r="r" b="b"/>
              <a:pathLst>
                <a:path w="3081170" h="453369" extrusionOk="0">
                  <a:moveTo>
                    <a:pt x="14559" y="0"/>
                  </a:moveTo>
                  <a:lnTo>
                    <a:pt x="3066611" y="0"/>
                  </a:lnTo>
                  <a:cubicBezTo>
                    <a:pt x="3074651" y="0"/>
                    <a:pt x="3081170" y="6518"/>
                    <a:pt x="3081170" y="14559"/>
                  </a:cubicBezTo>
                  <a:lnTo>
                    <a:pt x="3081170" y="438810"/>
                  </a:lnTo>
                  <a:cubicBezTo>
                    <a:pt x="3081170" y="446851"/>
                    <a:pt x="3074651" y="453369"/>
                    <a:pt x="3066611" y="453369"/>
                  </a:cubicBezTo>
                  <a:lnTo>
                    <a:pt x="14559" y="453369"/>
                  </a:lnTo>
                  <a:cubicBezTo>
                    <a:pt x="6518" y="453369"/>
                    <a:pt x="0" y="446851"/>
                    <a:pt x="0" y="438810"/>
                  </a:cubicBezTo>
                  <a:lnTo>
                    <a:pt x="0" y="14559"/>
                  </a:lnTo>
                  <a:cubicBezTo>
                    <a:pt x="0" y="6518"/>
                    <a:pt x="6518" y="0"/>
                    <a:pt x="14559" y="0"/>
                  </a:cubicBezTo>
                  <a:close/>
                </a:path>
              </a:pathLst>
            </a:custGeom>
            <a:solidFill>
              <a:srgbClr val="284B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16"/>
            <p:cNvSpPr txBox="1"/>
            <p:nvPr/>
          </p:nvSpPr>
          <p:spPr>
            <a:xfrm>
              <a:off x="0" y="76200"/>
              <a:ext cx="3081170" cy="377169"/>
            </a:xfrm>
            <a:prstGeom prst="rect">
              <a:avLst/>
            </a:prstGeom>
            <a:noFill/>
            <a:ln>
              <a:noFill/>
            </a:ln>
          </p:spPr>
          <p:txBody>
            <a:bodyPr spcFirstLastPara="1" wrap="square" lIns="50800" tIns="50800" rIns="50800" bIns="50800" anchor="ctr" anchorCtr="0">
              <a:noAutofit/>
            </a:bodyPr>
            <a:lstStyle/>
            <a:p>
              <a:pPr algn="just"/>
              <a:r>
                <a:rPr lang="en-US" sz="3200" b="1" dirty="0">
                  <a:solidFill>
                    <a:srgbClr val="FFC000"/>
                  </a:solidFill>
                </a:rPr>
                <a:t>Machine learning can accurately predict student engagement, enabling early identification of disengaged students and improving overall learning outcomes.</a:t>
              </a:r>
              <a:endParaRPr lang="en-US" sz="3200" dirty="0">
                <a:solidFill>
                  <a:srgbClr val="FFC000"/>
                </a:solidFill>
              </a:endParaRPr>
            </a:p>
          </p:txBody>
        </p:sp>
      </p:grpSp>
      <p:sp>
        <p:nvSpPr>
          <p:cNvPr id="8" name="TextBox 7">
            <a:extLst>
              <a:ext uri="{FF2B5EF4-FFF2-40B4-BE49-F238E27FC236}">
                <a16:creationId xmlns:a16="http://schemas.microsoft.com/office/drawing/2014/main" id="{E43B8F62-2B14-5AE4-A01A-F931E1716182}"/>
              </a:ext>
            </a:extLst>
          </p:cNvPr>
          <p:cNvSpPr txBox="1"/>
          <p:nvPr/>
        </p:nvSpPr>
        <p:spPr>
          <a:xfrm>
            <a:off x="1113756" y="5721258"/>
            <a:ext cx="11698816" cy="1569660"/>
          </a:xfrm>
          <a:prstGeom prst="rect">
            <a:avLst/>
          </a:prstGeom>
          <a:noFill/>
        </p:spPr>
        <p:txBody>
          <a:bodyPr wrap="square">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3200" b="1" i="0" u="none" strike="noStrike" cap="none" normalizeH="0" baseline="0" dirty="0">
                <a:ln>
                  <a:noFill/>
                </a:ln>
                <a:solidFill>
                  <a:srgbClr val="FFC000"/>
                </a:solidFill>
                <a:effectLst/>
                <a:latin typeface="Arial" panose="020B0604020202020204" pitchFamily="34" charset="0"/>
              </a:rPr>
              <a:t>ML enables automatic engagement detection using behavioral and visual data, improving accuracy through deep learning.</a:t>
            </a:r>
            <a:endParaRPr kumimoji="0" lang="en-US" altLang="en-US" sz="3200" b="0" i="0" u="none" strike="noStrike" cap="none" normalizeH="0" baseline="0" dirty="0">
              <a:ln>
                <a:noFill/>
              </a:ln>
              <a:solidFill>
                <a:srgbClr val="FFC000"/>
              </a:solidFill>
              <a:effectLst/>
              <a:latin typeface="Arial" panose="020B06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17"/>
          <p:cNvSpPr/>
          <p:nvPr/>
        </p:nvSpPr>
        <p:spPr>
          <a:xfrm>
            <a:off x="3333317" y="701930"/>
            <a:ext cx="2743124" cy="653540"/>
          </a:xfrm>
          <a:custGeom>
            <a:avLst/>
            <a:gdLst/>
            <a:ahLst/>
            <a:cxnLst/>
            <a:rect l="l" t="t" r="r" b="b"/>
            <a:pathLst>
              <a:path w="2743124" h="653540" extrusionOk="0">
                <a:moveTo>
                  <a:pt x="0" y="0"/>
                </a:moveTo>
                <a:lnTo>
                  <a:pt x="2743124" y="0"/>
                </a:lnTo>
                <a:lnTo>
                  <a:pt x="2743124" y="653540"/>
                </a:lnTo>
                <a:lnTo>
                  <a:pt x="0" y="653540"/>
                </a:lnTo>
                <a:lnTo>
                  <a:pt x="0" y="0"/>
                </a:lnTo>
                <a:close/>
              </a:path>
            </a:pathLst>
          </a:custGeom>
          <a:blipFill rotWithShape="1">
            <a:blip r:embed="rId3">
              <a:alphaModFix/>
            </a:blip>
            <a:stretch>
              <a:fillRect r="-1381"/>
            </a:stretch>
          </a:blipFill>
          <a:ln>
            <a:noFill/>
          </a:ln>
        </p:spPr>
      </p:sp>
      <p:sp>
        <p:nvSpPr>
          <p:cNvPr id="155" name="Google Shape;155;p17"/>
          <p:cNvSpPr/>
          <p:nvPr/>
        </p:nvSpPr>
        <p:spPr>
          <a:xfrm>
            <a:off x="1028700" y="566709"/>
            <a:ext cx="2045960" cy="923982"/>
          </a:xfrm>
          <a:custGeom>
            <a:avLst/>
            <a:gdLst/>
            <a:ahLst/>
            <a:cxnLst/>
            <a:rect l="l" t="t" r="r" b="b"/>
            <a:pathLst>
              <a:path w="2045960" h="923982" extrusionOk="0">
                <a:moveTo>
                  <a:pt x="0" y="0"/>
                </a:moveTo>
                <a:lnTo>
                  <a:pt x="2045960" y="0"/>
                </a:lnTo>
                <a:lnTo>
                  <a:pt x="2045960" y="923982"/>
                </a:lnTo>
                <a:lnTo>
                  <a:pt x="0" y="923982"/>
                </a:lnTo>
                <a:lnTo>
                  <a:pt x="0" y="0"/>
                </a:lnTo>
                <a:close/>
              </a:path>
            </a:pathLst>
          </a:custGeom>
          <a:blipFill rotWithShape="1">
            <a:blip r:embed="rId4">
              <a:alphaModFix/>
            </a:blip>
            <a:stretch>
              <a:fillRect/>
            </a:stretch>
          </a:blipFill>
          <a:ln>
            <a:noFill/>
          </a:ln>
        </p:spPr>
      </p:sp>
      <p:grpSp>
        <p:nvGrpSpPr>
          <p:cNvPr id="156" name="Google Shape;156;p17"/>
          <p:cNvGrpSpPr/>
          <p:nvPr/>
        </p:nvGrpSpPr>
        <p:grpSpPr>
          <a:xfrm>
            <a:off x="1028700" y="3600450"/>
            <a:ext cx="16230600" cy="5657850"/>
            <a:chOff x="0" y="0"/>
            <a:chExt cx="4274726" cy="1490133"/>
          </a:xfrm>
        </p:grpSpPr>
        <p:sp>
          <p:nvSpPr>
            <p:cNvPr id="157" name="Google Shape;157;p17"/>
            <p:cNvSpPr/>
            <p:nvPr/>
          </p:nvSpPr>
          <p:spPr>
            <a:xfrm>
              <a:off x="0" y="0"/>
              <a:ext cx="4274726" cy="1490133"/>
            </a:xfrm>
            <a:custGeom>
              <a:avLst/>
              <a:gdLst/>
              <a:ahLst/>
              <a:cxnLst/>
              <a:rect l="l" t="t" r="r" b="b"/>
              <a:pathLst>
                <a:path w="4274726" h="1490133" extrusionOk="0">
                  <a:moveTo>
                    <a:pt x="24327" y="0"/>
                  </a:moveTo>
                  <a:lnTo>
                    <a:pt x="4250399" y="0"/>
                  </a:lnTo>
                  <a:cubicBezTo>
                    <a:pt x="4263834" y="0"/>
                    <a:pt x="4274726" y="10891"/>
                    <a:pt x="4274726" y="24327"/>
                  </a:cubicBezTo>
                  <a:lnTo>
                    <a:pt x="4274726" y="1465807"/>
                  </a:lnTo>
                  <a:cubicBezTo>
                    <a:pt x="4274726" y="1472258"/>
                    <a:pt x="4272163" y="1478446"/>
                    <a:pt x="4267601" y="1483008"/>
                  </a:cubicBezTo>
                  <a:cubicBezTo>
                    <a:pt x="4263039" y="1487570"/>
                    <a:pt x="4256851" y="1490133"/>
                    <a:pt x="4250399" y="1490133"/>
                  </a:cubicBezTo>
                  <a:lnTo>
                    <a:pt x="24327" y="1490133"/>
                  </a:lnTo>
                  <a:cubicBezTo>
                    <a:pt x="10891" y="1490133"/>
                    <a:pt x="0" y="1479242"/>
                    <a:pt x="0" y="1465807"/>
                  </a:cubicBezTo>
                  <a:lnTo>
                    <a:pt x="0" y="24327"/>
                  </a:lnTo>
                  <a:cubicBezTo>
                    <a:pt x="0" y="10891"/>
                    <a:pt x="10891" y="0"/>
                    <a:pt x="24327" y="0"/>
                  </a:cubicBezTo>
                  <a:close/>
                </a:path>
              </a:pathLst>
            </a:custGeom>
            <a:solidFill>
              <a:srgbClr val="FEA9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17"/>
            <p:cNvSpPr txBox="1"/>
            <p:nvPr/>
          </p:nvSpPr>
          <p:spPr>
            <a:xfrm>
              <a:off x="0" y="152400"/>
              <a:ext cx="4274726" cy="1337733"/>
            </a:xfrm>
            <a:prstGeom prst="rect">
              <a:avLst/>
            </a:prstGeom>
            <a:noFill/>
            <a:ln>
              <a:noFill/>
            </a:ln>
          </p:spPr>
          <p:txBody>
            <a:bodyPr spcFirstLastPara="1" wrap="square" lIns="50800" tIns="50800" rIns="50800" bIns="50800" anchor="ctr" anchorCtr="0">
              <a:noAutofit/>
            </a:bodyPr>
            <a:lstStyle/>
            <a:p>
              <a:pPr lvl="0" algn="just">
                <a:lnSpc>
                  <a:spcPct val="91000"/>
                </a:lnSpc>
              </a:pPr>
              <a:r>
                <a:rPr lang="en-US" sz="3600" b="1" i="0" u="none" strike="noStrike" cap="none" dirty="0">
                  <a:solidFill>
                    <a:schemeClr val="accent1">
                      <a:lumMod val="50000"/>
                    </a:schemeClr>
                  </a:solidFill>
                  <a:latin typeface="Arial"/>
                  <a:ea typeface="Arial"/>
                  <a:cs typeface="Arial"/>
                  <a:sym typeface="Arial"/>
                </a:rPr>
                <a:t>To design/develop a </a:t>
              </a:r>
              <a:r>
                <a:rPr lang="en-US" sz="3600" b="1" dirty="0">
                  <a:solidFill>
                    <a:schemeClr val="accent1">
                      <a:lumMod val="50000"/>
                    </a:schemeClr>
                  </a:solidFill>
                </a:rPr>
                <a:t>machine learning-based engagement detection system online and hybrid classrooms that solves the problem of monitoring student attention.</a:t>
              </a:r>
              <a:endParaRPr sz="3600" b="1" i="0" u="none" strike="noStrike" cap="none" dirty="0">
                <a:solidFill>
                  <a:schemeClr val="accent1">
                    <a:lumMod val="50000"/>
                  </a:schemeClr>
                </a:solidFill>
                <a:latin typeface="Arial"/>
                <a:ea typeface="Arial"/>
                <a:cs typeface="Arial"/>
                <a:sym typeface="Arial"/>
              </a:endParaRPr>
            </a:p>
          </p:txBody>
        </p:sp>
      </p:grpSp>
      <p:sp>
        <p:nvSpPr>
          <p:cNvPr id="159" name="Google Shape;159;p17"/>
          <p:cNvSpPr txBox="1"/>
          <p:nvPr/>
        </p:nvSpPr>
        <p:spPr>
          <a:xfrm>
            <a:off x="1028700" y="2180804"/>
            <a:ext cx="3083868" cy="1343752"/>
          </a:xfrm>
          <a:prstGeom prst="rect">
            <a:avLst/>
          </a:prstGeom>
          <a:noFill/>
          <a:ln>
            <a:noFill/>
          </a:ln>
        </p:spPr>
        <p:txBody>
          <a:bodyPr spcFirstLastPara="1" wrap="square" lIns="0" tIns="0" rIns="0" bIns="0" anchor="t" anchorCtr="0">
            <a:spAutoFit/>
          </a:bodyPr>
          <a:lstStyle/>
          <a:p>
            <a:pPr marL="0" marR="0" lvl="0" indent="0" algn="l" rtl="0">
              <a:lnSpc>
                <a:spcPct val="90666"/>
              </a:lnSpc>
              <a:spcBef>
                <a:spcPts val="0"/>
              </a:spcBef>
              <a:spcAft>
                <a:spcPts val="0"/>
              </a:spcAft>
              <a:buNone/>
            </a:pPr>
            <a:endParaRPr sz="1800" b="0" i="0" u="none" strike="noStrike" cap="none">
              <a:solidFill>
                <a:schemeClr val="dk1"/>
              </a:solidFill>
              <a:latin typeface="Calibri"/>
              <a:ea typeface="Calibri"/>
              <a:cs typeface="Calibri"/>
              <a:sym typeface="Calibri"/>
            </a:endParaRPr>
          </a:p>
          <a:p>
            <a:pPr marL="0" marR="0" lvl="0" indent="0" algn="l" rtl="0">
              <a:lnSpc>
                <a:spcPct val="90996"/>
              </a:lnSpc>
              <a:spcBef>
                <a:spcPts val="0"/>
              </a:spcBef>
              <a:spcAft>
                <a:spcPts val="0"/>
              </a:spcAft>
              <a:buNone/>
            </a:pPr>
            <a:r>
              <a:rPr lang="en-US" sz="7597" b="1" i="0" u="none" strike="noStrike" cap="none">
                <a:solidFill>
                  <a:srgbClr val="000000"/>
                </a:solidFill>
                <a:latin typeface="Arial"/>
                <a:ea typeface="Arial"/>
                <a:cs typeface="Arial"/>
                <a:sym typeface="Arial"/>
              </a:rPr>
              <a:t>Solve</a:t>
            </a:r>
            <a:r>
              <a:rPr lang="en-US" sz="7597" b="1" i="0" u="none" strike="noStrike" cap="none">
                <a:solidFill>
                  <a:srgbClr val="1497D6"/>
                </a:solidFill>
                <a:latin typeface="Arial"/>
                <a:ea typeface="Arial"/>
                <a:cs typeface="Arial"/>
                <a:sym typeface="Arial"/>
              </a:rPr>
              <a:t>. </a:t>
            </a:r>
            <a:endParaRPr/>
          </a:p>
          <a:p>
            <a:pPr marL="0" marR="0" lvl="0" indent="0" algn="l" rtl="0">
              <a:lnSpc>
                <a:spcPct val="33052"/>
              </a:lnSpc>
              <a:spcBef>
                <a:spcPts val="0"/>
              </a:spcBef>
              <a:spcAft>
                <a:spcPts val="0"/>
              </a:spcAft>
              <a:buNone/>
            </a:pPr>
            <a:endParaRPr sz="7597" b="1" i="0" u="none" strike="noStrike" cap="none">
              <a:solidFill>
                <a:srgbClr val="1497D6"/>
              </a:solidFill>
              <a:latin typeface="Arial"/>
              <a:ea typeface="Arial"/>
              <a:cs typeface="Arial"/>
              <a:sym typeface="Arial"/>
            </a:endParaRPr>
          </a:p>
        </p:txBody>
      </p:sp>
      <p:grpSp>
        <p:nvGrpSpPr>
          <p:cNvPr id="160" name="Google Shape;160;p17"/>
          <p:cNvGrpSpPr/>
          <p:nvPr/>
        </p:nvGrpSpPr>
        <p:grpSpPr>
          <a:xfrm>
            <a:off x="1028700" y="3600450"/>
            <a:ext cx="3114778" cy="1135971"/>
            <a:chOff x="0" y="0"/>
            <a:chExt cx="820353" cy="299186"/>
          </a:xfrm>
        </p:grpSpPr>
        <p:sp>
          <p:nvSpPr>
            <p:cNvPr id="161" name="Google Shape;161;p17"/>
            <p:cNvSpPr/>
            <p:nvPr/>
          </p:nvSpPr>
          <p:spPr>
            <a:xfrm>
              <a:off x="0" y="0"/>
              <a:ext cx="820353" cy="299186"/>
            </a:xfrm>
            <a:custGeom>
              <a:avLst/>
              <a:gdLst/>
              <a:ahLst/>
              <a:cxnLst/>
              <a:rect l="l" t="t" r="r" b="b"/>
              <a:pathLst>
                <a:path w="820353" h="299186" extrusionOk="0">
                  <a:moveTo>
                    <a:pt x="126763" y="0"/>
                  </a:moveTo>
                  <a:lnTo>
                    <a:pt x="693590" y="0"/>
                  </a:lnTo>
                  <a:cubicBezTo>
                    <a:pt x="763599" y="0"/>
                    <a:pt x="820353" y="56754"/>
                    <a:pt x="820353" y="126763"/>
                  </a:cubicBezTo>
                  <a:lnTo>
                    <a:pt x="820353" y="172423"/>
                  </a:lnTo>
                  <a:cubicBezTo>
                    <a:pt x="820353" y="206043"/>
                    <a:pt x="806998" y="238285"/>
                    <a:pt x="783225" y="262058"/>
                  </a:cubicBezTo>
                  <a:cubicBezTo>
                    <a:pt x="759452" y="285830"/>
                    <a:pt x="727210" y="299186"/>
                    <a:pt x="693590" y="299186"/>
                  </a:cubicBezTo>
                  <a:lnTo>
                    <a:pt x="126763" y="299186"/>
                  </a:lnTo>
                  <a:cubicBezTo>
                    <a:pt x="56754" y="299186"/>
                    <a:pt x="0" y="242432"/>
                    <a:pt x="0" y="172423"/>
                  </a:cubicBezTo>
                  <a:lnTo>
                    <a:pt x="0" y="126763"/>
                  </a:lnTo>
                  <a:cubicBezTo>
                    <a:pt x="0" y="93143"/>
                    <a:pt x="13355" y="60901"/>
                    <a:pt x="37128" y="37128"/>
                  </a:cubicBezTo>
                  <a:cubicBezTo>
                    <a:pt x="60901" y="13355"/>
                    <a:pt x="93143" y="0"/>
                    <a:pt x="126763" y="0"/>
                  </a:cubicBezTo>
                  <a:close/>
                </a:path>
              </a:pathLst>
            </a:custGeom>
            <a:solidFill>
              <a:srgbClr val="284B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17"/>
            <p:cNvSpPr txBox="1"/>
            <p:nvPr/>
          </p:nvSpPr>
          <p:spPr>
            <a:xfrm>
              <a:off x="0" y="57150"/>
              <a:ext cx="820353" cy="242036"/>
            </a:xfrm>
            <a:prstGeom prst="rect">
              <a:avLst/>
            </a:prstGeom>
            <a:noFill/>
            <a:ln>
              <a:noFill/>
            </a:ln>
          </p:spPr>
          <p:txBody>
            <a:bodyPr spcFirstLastPara="1" wrap="square" lIns="50800" tIns="50800" rIns="50800" bIns="50800" anchor="ctr" anchorCtr="0">
              <a:noAutofit/>
            </a:bodyPr>
            <a:lstStyle/>
            <a:p>
              <a:pPr marL="0" marR="0" lvl="0" indent="0" algn="ctr" rtl="0">
                <a:lnSpc>
                  <a:spcPct val="91020"/>
                </a:lnSpc>
                <a:spcBef>
                  <a:spcPts val="0"/>
                </a:spcBef>
                <a:spcAft>
                  <a:spcPts val="0"/>
                </a:spcAft>
                <a:buNone/>
              </a:pPr>
              <a:r>
                <a:rPr lang="en-US" sz="1793" b="1" i="0" u="none" strike="noStrike" cap="none">
                  <a:solidFill>
                    <a:srgbClr val="FFFFFF"/>
                  </a:solidFill>
                  <a:latin typeface="Arial"/>
                  <a:ea typeface="Arial"/>
                  <a:cs typeface="Arial"/>
                  <a:sym typeface="Arial"/>
                </a:rPr>
                <a:t>Our Solution</a:t>
              </a:r>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18"/>
          <p:cNvSpPr/>
          <p:nvPr/>
        </p:nvSpPr>
        <p:spPr>
          <a:xfrm>
            <a:off x="3333317" y="701930"/>
            <a:ext cx="2743124" cy="653540"/>
          </a:xfrm>
          <a:custGeom>
            <a:avLst/>
            <a:gdLst/>
            <a:ahLst/>
            <a:cxnLst/>
            <a:rect l="l" t="t" r="r" b="b"/>
            <a:pathLst>
              <a:path w="2743124" h="653540" extrusionOk="0">
                <a:moveTo>
                  <a:pt x="0" y="0"/>
                </a:moveTo>
                <a:lnTo>
                  <a:pt x="2743124" y="0"/>
                </a:lnTo>
                <a:lnTo>
                  <a:pt x="2743124" y="653540"/>
                </a:lnTo>
                <a:lnTo>
                  <a:pt x="0" y="653540"/>
                </a:lnTo>
                <a:lnTo>
                  <a:pt x="0" y="0"/>
                </a:lnTo>
                <a:close/>
              </a:path>
            </a:pathLst>
          </a:custGeom>
          <a:blipFill rotWithShape="1">
            <a:blip r:embed="rId3">
              <a:alphaModFix/>
            </a:blip>
            <a:stretch>
              <a:fillRect r="-1381"/>
            </a:stretch>
          </a:blipFill>
          <a:ln>
            <a:noFill/>
          </a:ln>
        </p:spPr>
      </p:sp>
      <p:sp>
        <p:nvSpPr>
          <p:cNvPr id="168" name="Google Shape;168;p18"/>
          <p:cNvSpPr/>
          <p:nvPr/>
        </p:nvSpPr>
        <p:spPr>
          <a:xfrm>
            <a:off x="1028700" y="566709"/>
            <a:ext cx="2045960" cy="923982"/>
          </a:xfrm>
          <a:custGeom>
            <a:avLst/>
            <a:gdLst/>
            <a:ahLst/>
            <a:cxnLst/>
            <a:rect l="l" t="t" r="r" b="b"/>
            <a:pathLst>
              <a:path w="2045960" h="923982" extrusionOk="0">
                <a:moveTo>
                  <a:pt x="0" y="0"/>
                </a:moveTo>
                <a:lnTo>
                  <a:pt x="2045960" y="0"/>
                </a:lnTo>
                <a:lnTo>
                  <a:pt x="2045960" y="923982"/>
                </a:lnTo>
                <a:lnTo>
                  <a:pt x="0" y="923982"/>
                </a:lnTo>
                <a:lnTo>
                  <a:pt x="0" y="0"/>
                </a:lnTo>
                <a:close/>
              </a:path>
            </a:pathLst>
          </a:custGeom>
          <a:blipFill rotWithShape="1">
            <a:blip r:embed="rId4">
              <a:alphaModFix/>
            </a:blip>
            <a:stretch>
              <a:fillRect/>
            </a:stretch>
          </a:blipFill>
          <a:ln>
            <a:noFill/>
          </a:ln>
        </p:spPr>
      </p:sp>
      <p:sp>
        <p:nvSpPr>
          <p:cNvPr id="169" name="Google Shape;169;p18"/>
          <p:cNvSpPr txBox="1"/>
          <p:nvPr/>
        </p:nvSpPr>
        <p:spPr>
          <a:xfrm>
            <a:off x="1028700" y="2180804"/>
            <a:ext cx="5762476" cy="1343752"/>
          </a:xfrm>
          <a:prstGeom prst="rect">
            <a:avLst/>
          </a:prstGeom>
          <a:noFill/>
          <a:ln>
            <a:noFill/>
          </a:ln>
        </p:spPr>
        <p:txBody>
          <a:bodyPr spcFirstLastPara="1" wrap="square" lIns="0" tIns="0" rIns="0" bIns="0" anchor="t" anchorCtr="0">
            <a:spAutoFit/>
          </a:bodyPr>
          <a:lstStyle/>
          <a:p>
            <a:pPr marL="0" marR="0" lvl="0" indent="0" algn="l" rtl="0">
              <a:lnSpc>
                <a:spcPct val="90666"/>
              </a:lnSpc>
              <a:spcBef>
                <a:spcPts val="0"/>
              </a:spcBef>
              <a:spcAft>
                <a:spcPts val="0"/>
              </a:spcAft>
              <a:buNone/>
            </a:pPr>
            <a:endParaRPr sz="1800" b="0" i="0" u="none" strike="noStrike" cap="none" dirty="0">
              <a:solidFill>
                <a:schemeClr val="dk1"/>
              </a:solidFill>
              <a:latin typeface="Calibri"/>
              <a:ea typeface="Calibri"/>
              <a:cs typeface="Calibri"/>
              <a:sym typeface="Calibri"/>
            </a:endParaRPr>
          </a:p>
          <a:p>
            <a:pPr marL="0" marR="0" lvl="0" indent="0" algn="l" rtl="0">
              <a:lnSpc>
                <a:spcPct val="90996"/>
              </a:lnSpc>
              <a:spcBef>
                <a:spcPts val="0"/>
              </a:spcBef>
              <a:spcAft>
                <a:spcPts val="0"/>
              </a:spcAft>
              <a:buNone/>
            </a:pPr>
            <a:r>
              <a:rPr lang="en-US" sz="7597" b="1" i="0" u="none" strike="noStrike" cap="none" dirty="0">
                <a:solidFill>
                  <a:srgbClr val="000000"/>
                </a:solidFill>
                <a:latin typeface="Arial"/>
                <a:ea typeface="Arial"/>
                <a:cs typeface="Arial"/>
                <a:sym typeface="Arial"/>
              </a:rPr>
              <a:t>Tech Stack </a:t>
            </a:r>
            <a:r>
              <a:rPr lang="en-US" sz="7597" b="1" i="0" u="none" strike="noStrike" cap="none" dirty="0">
                <a:solidFill>
                  <a:srgbClr val="1497D6"/>
                </a:solidFill>
                <a:latin typeface="Arial"/>
                <a:ea typeface="Arial"/>
                <a:cs typeface="Arial"/>
                <a:sym typeface="Arial"/>
              </a:rPr>
              <a:t>. </a:t>
            </a:r>
            <a:endParaRPr dirty="0"/>
          </a:p>
          <a:p>
            <a:pPr marL="0" marR="0" lvl="0" indent="0" algn="l" rtl="0">
              <a:lnSpc>
                <a:spcPct val="33052"/>
              </a:lnSpc>
              <a:spcBef>
                <a:spcPts val="0"/>
              </a:spcBef>
              <a:spcAft>
                <a:spcPts val="0"/>
              </a:spcAft>
              <a:buNone/>
            </a:pPr>
            <a:endParaRPr sz="7597" b="1" i="0" u="none" strike="noStrike" cap="none" dirty="0">
              <a:solidFill>
                <a:srgbClr val="1497D6"/>
              </a:solidFill>
              <a:latin typeface="Arial"/>
              <a:ea typeface="Arial"/>
              <a:cs typeface="Arial"/>
              <a:sym typeface="Arial"/>
            </a:endParaRPr>
          </a:p>
        </p:txBody>
      </p:sp>
      <p:grpSp>
        <p:nvGrpSpPr>
          <p:cNvPr id="170" name="Google Shape;170;p18"/>
          <p:cNvGrpSpPr/>
          <p:nvPr/>
        </p:nvGrpSpPr>
        <p:grpSpPr>
          <a:xfrm>
            <a:off x="1028700" y="3116162"/>
            <a:ext cx="7911906" cy="6652809"/>
            <a:chOff x="0" y="-645717"/>
            <a:chExt cx="10549209" cy="8870412"/>
          </a:xfrm>
        </p:grpSpPr>
        <p:grpSp>
          <p:nvGrpSpPr>
            <p:cNvPr id="171" name="Google Shape;171;p18"/>
            <p:cNvGrpSpPr/>
            <p:nvPr/>
          </p:nvGrpSpPr>
          <p:grpSpPr>
            <a:xfrm>
              <a:off x="0" y="-645717"/>
              <a:ext cx="10549209" cy="8870412"/>
              <a:chOff x="0" y="-127549"/>
              <a:chExt cx="2083794" cy="1752180"/>
            </a:xfrm>
          </p:grpSpPr>
          <p:sp>
            <p:nvSpPr>
              <p:cNvPr id="172" name="Google Shape;172;p18"/>
              <p:cNvSpPr/>
              <p:nvPr/>
            </p:nvSpPr>
            <p:spPr>
              <a:xfrm>
                <a:off x="0" y="0"/>
                <a:ext cx="2083794" cy="1624631"/>
              </a:xfrm>
              <a:custGeom>
                <a:avLst/>
                <a:gdLst/>
                <a:ahLst/>
                <a:cxnLst/>
                <a:rect l="l" t="t" r="r" b="b"/>
                <a:pathLst>
                  <a:path w="2083794" h="1624631" extrusionOk="0">
                    <a:moveTo>
                      <a:pt x="49904" y="0"/>
                    </a:moveTo>
                    <a:lnTo>
                      <a:pt x="2033890" y="0"/>
                    </a:lnTo>
                    <a:cubicBezTo>
                      <a:pt x="2047125" y="0"/>
                      <a:pt x="2059819" y="5258"/>
                      <a:pt x="2069178" y="14617"/>
                    </a:cubicBezTo>
                    <a:cubicBezTo>
                      <a:pt x="2078537" y="23975"/>
                      <a:pt x="2083794" y="36669"/>
                      <a:pt x="2083794" y="49904"/>
                    </a:cubicBezTo>
                    <a:lnTo>
                      <a:pt x="2083794" y="1574727"/>
                    </a:lnTo>
                    <a:cubicBezTo>
                      <a:pt x="2083794" y="1602288"/>
                      <a:pt x="2061451" y="1624631"/>
                      <a:pt x="2033890" y="1624631"/>
                    </a:cubicBezTo>
                    <a:lnTo>
                      <a:pt x="49904" y="1624631"/>
                    </a:lnTo>
                    <a:cubicBezTo>
                      <a:pt x="36669" y="1624631"/>
                      <a:pt x="23975" y="1619373"/>
                      <a:pt x="14617" y="1610015"/>
                    </a:cubicBezTo>
                    <a:cubicBezTo>
                      <a:pt x="5258" y="1600656"/>
                      <a:pt x="0" y="1587962"/>
                      <a:pt x="0" y="1574727"/>
                    </a:cubicBezTo>
                    <a:lnTo>
                      <a:pt x="0" y="49904"/>
                    </a:lnTo>
                    <a:cubicBezTo>
                      <a:pt x="0" y="36669"/>
                      <a:pt x="5258" y="23975"/>
                      <a:pt x="14617" y="14617"/>
                    </a:cubicBezTo>
                    <a:cubicBezTo>
                      <a:pt x="23975" y="5258"/>
                      <a:pt x="36669" y="0"/>
                      <a:pt x="49904" y="0"/>
                    </a:cubicBezTo>
                    <a:close/>
                  </a:path>
                </a:pathLst>
              </a:custGeom>
              <a:solidFill>
                <a:srgbClr val="FEA9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18"/>
              <p:cNvSpPr txBox="1"/>
              <p:nvPr/>
            </p:nvSpPr>
            <p:spPr>
              <a:xfrm>
                <a:off x="0" y="-127549"/>
                <a:ext cx="2083794" cy="1491281"/>
              </a:xfrm>
              <a:prstGeom prst="rect">
                <a:avLst/>
              </a:prstGeom>
              <a:noFill/>
              <a:ln>
                <a:noFill/>
              </a:ln>
            </p:spPr>
            <p:txBody>
              <a:bodyPr spcFirstLastPara="1" wrap="square" lIns="50800" tIns="50800" rIns="50800" bIns="50800" anchor="b" anchorCtr="0">
                <a:noAutofit/>
              </a:bodyPr>
              <a:lstStyle/>
              <a:p>
                <a:pPr marL="0" marR="0" lvl="0" indent="0" algn="just" rtl="0">
                  <a:lnSpc>
                    <a:spcPct val="91000"/>
                  </a:lnSpc>
                  <a:spcBef>
                    <a:spcPts val="0"/>
                  </a:spcBef>
                  <a:spcAft>
                    <a:spcPts val="0"/>
                  </a:spcAft>
                  <a:buNone/>
                </a:pPr>
                <a:r>
                  <a:rPr lang="en-US" sz="3600" b="1" i="0" u="none" strike="noStrike" cap="none" dirty="0">
                    <a:solidFill>
                      <a:schemeClr val="accent1">
                        <a:lumMod val="50000"/>
                      </a:schemeClr>
                    </a:solidFill>
                    <a:latin typeface="Arial"/>
                    <a:ea typeface="Arial"/>
                    <a:cs typeface="Arial"/>
                    <a:sym typeface="Arial"/>
                  </a:rPr>
                  <a:t>This Model</a:t>
                </a:r>
                <a:endParaRPr sz="3600" b="1" dirty="0">
                  <a:solidFill>
                    <a:schemeClr val="accent1">
                      <a:lumMod val="50000"/>
                    </a:schemeClr>
                  </a:solidFill>
                </a:endParaRPr>
              </a:p>
              <a:p>
                <a:pPr marL="0" marR="0" lvl="0" indent="0" algn="just" rtl="0">
                  <a:lnSpc>
                    <a:spcPct val="91000"/>
                  </a:lnSpc>
                  <a:spcBef>
                    <a:spcPts val="0"/>
                  </a:spcBef>
                  <a:spcAft>
                    <a:spcPts val="0"/>
                  </a:spcAft>
                  <a:buNone/>
                </a:pPr>
                <a:endParaRPr sz="3600" b="1" i="0" u="none" strike="noStrike" cap="none" dirty="0">
                  <a:solidFill>
                    <a:schemeClr val="accent1">
                      <a:lumMod val="50000"/>
                    </a:schemeClr>
                  </a:solidFill>
                  <a:latin typeface="Arial"/>
                  <a:ea typeface="Arial"/>
                  <a:cs typeface="Arial"/>
                  <a:sym typeface="Arial"/>
                </a:endParaRPr>
              </a:p>
              <a:p>
                <a:pPr lvl="0" algn="just">
                  <a:lnSpc>
                    <a:spcPct val="91000"/>
                  </a:lnSpc>
                </a:pPr>
                <a:r>
                  <a:rPr lang="en-US" sz="3600" b="1" dirty="0">
                    <a:solidFill>
                      <a:schemeClr val="accent1">
                        <a:lumMod val="50000"/>
                      </a:schemeClr>
                    </a:solidFill>
                  </a:rPr>
                  <a:t>automatically detects and classifies student engagement from the uploaded image.</a:t>
                </a:r>
                <a:r>
                  <a:rPr lang="en-US" dirty="0"/>
                  <a:t>.</a:t>
                </a:r>
                <a:endParaRPr dirty="0"/>
              </a:p>
              <a:p>
                <a:pPr marL="0" marR="0" lvl="0" indent="0" algn="l" rtl="0">
                  <a:lnSpc>
                    <a:spcPct val="91000"/>
                  </a:lnSpc>
                  <a:spcBef>
                    <a:spcPts val="0"/>
                  </a:spcBef>
                  <a:spcAft>
                    <a:spcPts val="0"/>
                  </a:spcAft>
                  <a:buNone/>
                </a:pPr>
                <a:endParaRPr sz="5000" b="1" i="0" u="none" strike="noStrike" cap="none" dirty="0">
                  <a:solidFill>
                    <a:srgbClr val="284B71"/>
                  </a:solidFill>
                  <a:latin typeface="Arial"/>
                  <a:ea typeface="Arial"/>
                  <a:cs typeface="Arial"/>
                  <a:sym typeface="Arial"/>
                </a:endParaRPr>
              </a:p>
            </p:txBody>
          </p:sp>
        </p:grpSp>
        <p:grpSp>
          <p:nvGrpSpPr>
            <p:cNvPr id="174" name="Google Shape;174;p18"/>
            <p:cNvGrpSpPr/>
            <p:nvPr/>
          </p:nvGrpSpPr>
          <p:grpSpPr>
            <a:xfrm>
              <a:off x="0" y="0"/>
              <a:ext cx="4912231" cy="1514628"/>
              <a:chOff x="0" y="0"/>
              <a:chExt cx="970317" cy="299186"/>
            </a:xfrm>
          </p:grpSpPr>
          <p:sp>
            <p:nvSpPr>
              <p:cNvPr id="175" name="Google Shape;175;p18"/>
              <p:cNvSpPr/>
              <p:nvPr/>
            </p:nvSpPr>
            <p:spPr>
              <a:xfrm>
                <a:off x="0" y="0"/>
                <a:ext cx="970317" cy="299186"/>
              </a:xfrm>
              <a:custGeom>
                <a:avLst/>
                <a:gdLst/>
                <a:ahLst/>
                <a:cxnLst/>
                <a:rect l="l" t="t" r="r" b="b"/>
                <a:pathLst>
                  <a:path w="970317" h="299186" extrusionOk="0">
                    <a:moveTo>
                      <a:pt x="107171" y="0"/>
                    </a:moveTo>
                    <a:lnTo>
                      <a:pt x="863146" y="0"/>
                    </a:lnTo>
                    <a:cubicBezTo>
                      <a:pt x="922335" y="0"/>
                      <a:pt x="970317" y="47982"/>
                      <a:pt x="970317" y="107171"/>
                    </a:cubicBezTo>
                    <a:lnTo>
                      <a:pt x="970317" y="192014"/>
                    </a:lnTo>
                    <a:cubicBezTo>
                      <a:pt x="970317" y="220438"/>
                      <a:pt x="959026" y="247697"/>
                      <a:pt x="938927" y="267796"/>
                    </a:cubicBezTo>
                    <a:cubicBezTo>
                      <a:pt x="918829" y="287895"/>
                      <a:pt x="891570" y="299186"/>
                      <a:pt x="863146" y="299186"/>
                    </a:cubicBezTo>
                    <a:lnTo>
                      <a:pt x="107171" y="299186"/>
                    </a:lnTo>
                    <a:cubicBezTo>
                      <a:pt x="47982" y="299186"/>
                      <a:pt x="0" y="251203"/>
                      <a:pt x="0" y="192014"/>
                    </a:cubicBezTo>
                    <a:lnTo>
                      <a:pt x="0" y="107171"/>
                    </a:lnTo>
                    <a:cubicBezTo>
                      <a:pt x="0" y="78748"/>
                      <a:pt x="11291" y="51488"/>
                      <a:pt x="31390" y="31390"/>
                    </a:cubicBezTo>
                    <a:cubicBezTo>
                      <a:pt x="51488" y="11291"/>
                      <a:pt x="78748" y="0"/>
                      <a:pt x="107171" y="0"/>
                    </a:cubicBezTo>
                    <a:close/>
                  </a:path>
                </a:pathLst>
              </a:custGeom>
              <a:solidFill>
                <a:srgbClr val="284B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18"/>
              <p:cNvSpPr txBox="1"/>
              <p:nvPr/>
            </p:nvSpPr>
            <p:spPr>
              <a:xfrm>
                <a:off x="0" y="57150"/>
                <a:ext cx="970317" cy="242036"/>
              </a:xfrm>
              <a:prstGeom prst="rect">
                <a:avLst/>
              </a:prstGeom>
              <a:noFill/>
              <a:ln>
                <a:noFill/>
              </a:ln>
            </p:spPr>
            <p:txBody>
              <a:bodyPr spcFirstLastPara="1" wrap="square" lIns="50800" tIns="50800" rIns="50800" bIns="50800" anchor="ctr" anchorCtr="0">
                <a:noAutofit/>
              </a:bodyPr>
              <a:lstStyle/>
              <a:p>
                <a:pPr marL="0" marR="0" lvl="0" indent="0" algn="ctr" rtl="0">
                  <a:lnSpc>
                    <a:spcPct val="91020"/>
                  </a:lnSpc>
                  <a:spcBef>
                    <a:spcPts val="0"/>
                  </a:spcBef>
                  <a:spcAft>
                    <a:spcPts val="0"/>
                  </a:spcAft>
                  <a:buNone/>
                </a:pPr>
                <a:r>
                  <a:rPr lang="en-US" sz="1793" b="1" i="0" u="none" strike="noStrike" cap="none">
                    <a:solidFill>
                      <a:srgbClr val="FFFFFF"/>
                    </a:solidFill>
                    <a:latin typeface="Arial"/>
                    <a:ea typeface="Arial"/>
                    <a:cs typeface="Arial"/>
                    <a:sym typeface="Arial"/>
                  </a:rPr>
                  <a:t>ML /AI Engine</a:t>
                </a:r>
                <a:endParaRPr/>
              </a:p>
            </p:txBody>
          </p:sp>
        </p:grpSp>
      </p:grpSp>
      <p:grpSp>
        <p:nvGrpSpPr>
          <p:cNvPr id="177" name="Google Shape;177;p18"/>
          <p:cNvGrpSpPr/>
          <p:nvPr/>
        </p:nvGrpSpPr>
        <p:grpSpPr>
          <a:xfrm>
            <a:off x="9144000" y="3600450"/>
            <a:ext cx="7911906" cy="6168521"/>
            <a:chOff x="0" y="0"/>
            <a:chExt cx="10549209" cy="8224695"/>
          </a:xfrm>
        </p:grpSpPr>
        <p:grpSp>
          <p:nvGrpSpPr>
            <p:cNvPr id="178" name="Google Shape;178;p18"/>
            <p:cNvGrpSpPr/>
            <p:nvPr/>
          </p:nvGrpSpPr>
          <p:grpSpPr>
            <a:xfrm>
              <a:off x="0" y="0"/>
              <a:ext cx="10549209" cy="8224695"/>
              <a:chOff x="0" y="0"/>
              <a:chExt cx="2083794" cy="1624631"/>
            </a:xfrm>
          </p:grpSpPr>
          <p:sp>
            <p:nvSpPr>
              <p:cNvPr id="179" name="Google Shape;179;p18"/>
              <p:cNvSpPr/>
              <p:nvPr/>
            </p:nvSpPr>
            <p:spPr>
              <a:xfrm>
                <a:off x="0" y="0"/>
                <a:ext cx="2083794" cy="1624631"/>
              </a:xfrm>
              <a:custGeom>
                <a:avLst/>
                <a:gdLst/>
                <a:ahLst/>
                <a:cxnLst/>
                <a:rect l="l" t="t" r="r" b="b"/>
                <a:pathLst>
                  <a:path w="2083794" h="1624631" extrusionOk="0">
                    <a:moveTo>
                      <a:pt x="49904" y="0"/>
                    </a:moveTo>
                    <a:lnTo>
                      <a:pt x="2033890" y="0"/>
                    </a:lnTo>
                    <a:cubicBezTo>
                      <a:pt x="2047125" y="0"/>
                      <a:pt x="2059819" y="5258"/>
                      <a:pt x="2069178" y="14617"/>
                    </a:cubicBezTo>
                    <a:cubicBezTo>
                      <a:pt x="2078537" y="23975"/>
                      <a:pt x="2083794" y="36669"/>
                      <a:pt x="2083794" y="49904"/>
                    </a:cubicBezTo>
                    <a:lnTo>
                      <a:pt x="2083794" y="1574727"/>
                    </a:lnTo>
                    <a:cubicBezTo>
                      <a:pt x="2083794" y="1602288"/>
                      <a:pt x="2061451" y="1624631"/>
                      <a:pt x="2033890" y="1624631"/>
                    </a:cubicBezTo>
                    <a:lnTo>
                      <a:pt x="49904" y="1624631"/>
                    </a:lnTo>
                    <a:cubicBezTo>
                      <a:pt x="36669" y="1624631"/>
                      <a:pt x="23975" y="1619373"/>
                      <a:pt x="14617" y="1610015"/>
                    </a:cubicBezTo>
                    <a:cubicBezTo>
                      <a:pt x="5258" y="1600656"/>
                      <a:pt x="0" y="1587962"/>
                      <a:pt x="0" y="1574727"/>
                    </a:cubicBezTo>
                    <a:lnTo>
                      <a:pt x="0" y="49904"/>
                    </a:lnTo>
                    <a:cubicBezTo>
                      <a:pt x="0" y="36669"/>
                      <a:pt x="5258" y="23975"/>
                      <a:pt x="14617" y="14617"/>
                    </a:cubicBezTo>
                    <a:cubicBezTo>
                      <a:pt x="23975" y="5258"/>
                      <a:pt x="36669" y="0"/>
                      <a:pt x="49904" y="0"/>
                    </a:cubicBezTo>
                    <a:close/>
                  </a:path>
                </a:pathLst>
              </a:custGeom>
              <a:solidFill>
                <a:srgbClr val="FEA9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18"/>
              <p:cNvSpPr txBox="1"/>
              <p:nvPr/>
            </p:nvSpPr>
            <p:spPr>
              <a:xfrm>
                <a:off x="0" y="133350"/>
                <a:ext cx="2083794" cy="1491281"/>
              </a:xfrm>
              <a:prstGeom prst="rect">
                <a:avLst/>
              </a:prstGeom>
              <a:noFill/>
              <a:ln>
                <a:noFill/>
              </a:ln>
            </p:spPr>
            <p:txBody>
              <a:bodyPr spcFirstLastPara="1" wrap="square" lIns="50800" tIns="50800" rIns="50800" bIns="50800" anchor="b" anchorCtr="0">
                <a:noAutofit/>
              </a:bodyPr>
              <a:lstStyle/>
              <a:p>
                <a:pPr algn="just"/>
                <a:r>
                  <a:rPr lang="en-US" sz="3600" b="1" dirty="0">
                    <a:solidFill>
                      <a:schemeClr val="accent1">
                        <a:lumMod val="50000"/>
                      </a:schemeClr>
                    </a:solidFill>
                  </a:rPr>
                  <a:t>This is our Backend</a:t>
                </a:r>
              </a:p>
              <a:p>
                <a:pPr algn="just"/>
                <a:endParaRPr lang="en-US" sz="3600" b="1" dirty="0">
                  <a:solidFill>
                    <a:schemeClr val="accent1">
                      <a:lumMod val="50000"/>
                    </a:schemeClr>
                  </a:solidFill>
                </a:endParaRPr>
              </a:p>
              <a:p>
                <a:pPr algn="just"/>
                <a:r>
                  <a:rPr lang="en-US" sz="3600" b="1" dirty="0">
                    <a:solidFill>
                      <a:schemeClr val="accent1">
                        <a:lumMod val="50000"/>
                      </a:schemeClr>
                    </a:solidFill>
                  </a:rPr>
                  <a:t>Because it can efficiently process images and perform real-time engagement classification, we use Flask for API development, and CNN with TensorFlow and </a:t>
                </a:r>
                <a:r>
                  <a:rPr lang="en-US" sz="3600" b="1" dirty="0" err="1">
                    <a:solidFill>
                      <a:schemeClr val="accent1">
                        <a:lumMod val="50000"/>
                      </a:schemeClr>
                    </a:solidFill>
                  </a:rPr>
                  <a:t>Keras</a:t>
                </a:r>
                <a:r>
                  <a:rPr lang="en-US" sz="3600" b="1" dirty="0">
                    <a:solidFill>
                      <a:schemeClr val="accent1">
                        <a:lumMod val="50000"/>
                      </a:schemeClr>
                    </a:solidFill>
                  </a:rPr>
                  <a:t> for the backend. </a:t>
                </a:r>
                <a:endParaRPr sz="3600" b="1" i="0" u="none" strike="noStrike" cap="none" dirty="0">
                  <a:solidFill>
                    <a:schemeClr val="accent1">
                      <a:lumMod val="50000"/>
                    </a:schemeClr>
                  </a:solidFill>
                  <a:latin typeface="Arial"/>
                  <a:ea typeface="Arial"/>
                  <a:cs typeface="Arial"/>
                  <a:sym typeface="Arial"/>
                </a:endParaRPr>
              </a:p>
            </p:txBody>
          </p:sp>
        </p:grpSp>
        <p:grpSp>
          <p:nvGrpSpPr>
            <p:cNvPr id="181" name="Google Shape;181;p18"/>
            <p:cNvGrpSpPr/>
            <p:nvPr/>
          </p:nvGrpSpPr>
          <p:grpSpPr>
            <a:xfrm>
              <a:off x="0" y="0"/>
              <a:ext cx="4912231" cy="1514628"/>
              <a:chOff x="0" y="0"/>
              <a:chExt cx="970317" cy="299186"/>
            </a:xfrm>
          </p:grpSpPr>
          <p:sp>
            <p:nvSpPr>
              <p:cNvPr id="182" name="Google Shape;182;p18"/>
              <p:cNvSpPr/>
              <p:nvPr/>
            </p:nvSpPr>
            <p:spPr>
              <a:xfrm>
                <a:off x="0" y="0"/>
                <a:ext cx="970317" cy="299186"/>
              </a:xfrm>
              <a:custGeom>
                <a:avLst/>
                <a:gdLst/>
                <a:ahLst/>
                <a:cxnLst/>
                <a:rect l="l" t="t" r="r" b="b"/>
                <a:pathLst>
                  <a:path w="970317" h="299186" extrusionOk="0">
                    <a:moveTo>
                      <a:pt x="107171" y="0"/>
                    </a:moveTo>
                    <a:lnTo>
                      <a:pt x="863146" y="0"/>
                    </a:lnTo>
                    <a:cubicBezTo>
                      <a:pt x="922335" y="0"/>
                      <a:pt x="970317" y="47982"/>
                      <a:pt x="970317" y="107171"/>
                    </a:cubicBezTo>
                    <a:lnTo>
                      <a:pt x="970317" y="192014"/>
                    </a:lnTo>
                    <a:cubicBezTo>
                      <a:pt x="970317" y="220438"/>
                      <a:pt x="959026" y="247697"/>
                      <a:pt x="938927" y="267796"/>
                    </a:cubicBezTo>
                    <a:cubicBezTo>
                      <a:pt x="918829" y="287895"/>
                      <a:pt x="891570" y="299186"/>
                      <a:pt x="863146" y="299186"/>
                    </a:cubicBezTo>
                    <a:lnTo>
                      <a:pt x="107171" y="299186"/>
                    </a:lnTo>
                    <a:cubicBezTo>
                      <a:pt x="47982" y="299186"/>
                      <a:pt x="0" y="251203"/>
                      <a:pt x="0" y="192014"/>
                    </a:cubicBezTo>
                    <a:lnTo>
                      <a:pt x="0" y="107171"/>
                    </a:lnTo>
                    <a:cubicBezTo>
                      <a:pt x="0" y="78748"/>
                      <a:pt x="11291" y="51488"/>
                      <a:pt x="31390" y="31390"/>
                    </a:cubicBezTo>
                    <a:cubicBezTo>
                      <a:pt x="51488" y="11291"/>
                      <a:pt x="78748" y="0"/>
                      <a:pt x="107171" y="0"/>
                    </a:cubicBezTo>
                    <a:close/>
                  </a:path>
                </a:pathLst>
              </a:custGeom>
              <a:solidFill>
                <a:srgbClr val="284B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18"/>
              <p:cNvSpPr txBox="1"/>
              <p:nvPr/>
            </p:nvSpPr>
            <p:spPr>
              <a:xfrm>
                <a:off x="0" y="57150"/>
                <a:ext cx="970317" cy="242036"/>
              </a:xfrm>
              <a:prstGeom prst="rect">
                <a:avLst/>
              </a:prstGeom>
              <a:noFill/>
              <a:ln>
                <a:noFill/>
              </a:ln>
            </p:spPr>
            <p:txBody>
              <a:bodyPr spcFirstLastPara="1" wrap="square" lIns="50800" tIns="50800" rIns="50800" bIns="50800" anchor="ctr" anchorCtr="0">
                <a:noAutofit/>
              </a:bodyPr>
              <a:lstStyle/>
              <a:p>
                <a:pPr marL="0" marR="0" lvl="0" indent="0" algn="ctr" rtl="0">
                  <a:lnSpc>
                    <a:spcPct val="91020"/>
                  </a:lnSpc>
                  <a:spcBef>
                    <a:spcPts val="0"/>
                  </a:spcBef>
                  <a:spcAft>
                    <a:spcPts val="0"/>
                  </a:spcAft>
                  <a:buNone/>
                </a:pPr>
                <a:r>
                  <a:rPr lang="en-US" sz="1793" b="1" i="0" u="none" strike="noStrike" cap="none">
                    <a:solidFill>
                      <a:srgbClr val="FFFFFF"/>
                    </a:solidFill>
                    <a:latin typeface="Arial"/>
                    <a:ea typeface="Arial"/>
                    <a:cs typeface="Arial"/>
                    <a:sym typeface="Arial"/>
                  </a:rPr>
                  <a:t>Backend and API </a:t>
                </a:r>
                <a:endParaRPr/>
              </a:p>
            </p:txBody>
          </p:sp>
        </p:gr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19"/>
          <p:cNvSpPr/>
          <p:nvPr/>
        </p:nvSpPr>
        <p:spPr>
          <a:xfrm>
            <a:off x="3333317" y="701930"/>
            <a:ext cx="2743124" cy="653540"/>
          </a:xfrm>
          <a:custGeom>
            <a:avLst/>
            <a:gdLst/>
            <a:ahLst/>
            <a:cxnLst/>
            <a:rect l="l" t="t" r="r" b="b"/>
            <a:pathLst>
              <a:path w="2743124" h="653540" extrusionOk="0">
                <a:moveTo>
                  <a:pt x="0" y="0"/>
                </a:moveTo>
                <a:lnTo>
                  <a:pt x="2743124" y="0"/>
                </a:lnTo>
                <a:lnTo>
                  <a:pt x="2743124" y="653540"/>
                </a:lnTo>
                <a:lnTo>
                  <a:pt x="0" y="653540"/>
                </a:lnTo>
                <a:lnTo>
                  <a:pt x="0" y="0"/>
                </a:lnTo>
                <a:close/>
              </a:path>
            </a:pathLst>
          </a:custGeom>
          <a:blipFill rotWithShape="1">
            <a:blip r:embed="rId3">
              <a:alphaModFix/>
            </a:blip>
            <a:stretch>
              <a:fillRect r="-1381"/>
            </a:stretch>
          </a:blipFill>
          <a:ln>
            <a:noFill/>
          </a:ln>
        </p:spPr>
      </p:sp>
      <p:sp>
        <p:nvSpPr>
          <p:cNvPr id="189" name="Google Shape;189;p19"/>
          <p:cNvSpPr/>
          <p:nvPr/>
        </p:nvSpPr>
        <p:spPr>
          <a:xfrm>
            <a:off x="1028700" y="566709"/>
            <a:ext cx="2045960" cy="923982"/>
          </a:xfrm>
          <a:custGeom>
            <a:avLst/>
            <a:gdLst/>
            <a:ahLst/>
            <a:cxnLst/>
            <a:rect l="l" t="t" r="r" b="b"/>
            <a:pathLst>
              <a:path w="2045960" h="923982" extrusionOk="0">
                <a:moveTo>
                  <a:pt x="0" y="0"/>
                </a:moveTo>
                <a:lnTo>
                  <a:pt x="2045960" y="0"/>
                </a:lnTo>
                <a:lnTo>
                  <a:pt x="2045960" y="923982"/>
                </a:lnTo>
                <a:lnTo>
                  <a:pt x="0" y="923982"/>
                </a:lnTo>
                <a:lnTo>
                  <a:pt x="0" y="0"/>
                </a:lnTo>
                <a:close/>
              </a:path>
            </a:pathLst>
          </a:custGeom>
          <a:blipFill rotWithShape="1">
            <a:blip r:embed="rId4">
              <a:alphaModFix/>
            </a:blip>
            <a:stretch>
              <a:fillRect/>
            </a:stretch>
          </a:blipFill>
          <a:ln>
            <a:noFill/>
          </a:ln>
        </p:spPr>
      </p:sp>
      <p:sp>
        <p:nvSpPr>
          <p:cNvPr id="190" name="Google Shape;190;p19"/>
          <p:cNvSpPr txBox="1"/>
          <p:nvPr/>
        </p:nvSpPr>
        <p:spPr>
          <a:xfrm>
            <a:off x="1028700" y="2180804"/>
            <a:ext cx="5762476" cy="1343752"/>
          </a:xfrm>
          <a:prstGeom prst="rect">
            <a:avLst/>
          </a:prstGeom>
          <a:noFill/>
          <a:ln>
            <a:noFill/>
          </a:ln>
        </p:spPr>
        <p:txBody>
          <a:bodyPr spcFirstLastPara="1" wrap="square" lIns="0" tIns="0" rIns="0" bIns="0" anchor="t" anchorCtr="0">
            <a:spAutoFit/>
          </a:bodyPr>
          <a:lstStyle/>
          <a:p>
            <a:pPr marL="0" marR="0" lvl="0" indent="0" algn="l" rtl="0">
              <a:lnSpc>
                <a:spcPct val="90666"/>
              </a:lnSpc>
              <a:spcBef>
                <a:spcPts val="0"/>
              </a:spcBef>
              <a:spcAft>
                <a:spcPts val="0"/>
              </a:spcAft>
              <a:buNone/>
            </a:pPr>
            <a:endParaRPr sz="1800" b="0" i="0" u="none" strike="noStrike" cap="none">
              <a:solidFill>
                <a:schemeClr val="dk1"/>
              </a:solidFill>
              <a:latin typeface="Calibri"/>
              <a:ea typeface="Calibri"/>
              <a:cs typeface="Calibri"/>
              <a:sym typeface="Calibri"/>
            </a:endParaRPr>
          </a:p>
          <a:p>
            <a:pPr marL="0" marR="0" lvl="0" indent="0" algn="l" rtl="0">
              <a:lnSpc>
                <a:spcPct val="90996"/>
              </a:lnSpc>
              <a:spcBef>
                <a:spcPts val="0"/>
              </a:spcBef>
              <a:spcAft>
                <a:spcPts val="0"/>
              </a:spcAft>
              <a:buNone/>
            </a:pPr>
            <a:r>
              <a:rPr lang="en-US" sz="7597" b="1" i="0" u="none" strike="noStrike" cap="none">
                <a:solidFill>
                  <a:srgbClr val="000000"/>
                </a:solidFill>
                <a:latin typeface="Arial"/>
                <a:ea typeface="Arial"/>
                <a:cs typeface="Arial"/>
                <a:sym typeface="Arial"/>
              </a:rPr>
              <a:t>Tech Stack </a:t>
            </a:r>
            <a:r>
              <a:rPr lang="en-US" sz="7597" b="1" i="0" u="none" strike="noStrike" cap="none">
                <a:solidFill>
                  <a:srgbClr val="1497D6"/>
                </a:solidFill>
                <a:latin typeface="Arial"/>
                <a:ea typeface="Arial"/>
                <a:cs typeface="Arial"/>
                <a:sym typeface="Arial"/>
              </a:rPr>
              <a:t>. </a:t>
            </a:r>
            <a:endParaRPr/>
          </a:p>
          <a:p>
            <a:pPr marL="0" marR="0" lvl="0" indent="0" algn="l" rtl="0">
              <a:lnSpc>
                <a:spcPct val="33052"/>
              </a:lnSpc>
              <a:spcBef>
                <a:spcPts val="0"/>
              </a:spcBef>
              <a:spcAft>
                <a:spcPts val="0"/>
              </a:spcAft>
              <a:buNone/>
            </a:pPr>
            <a:endParaRPr sz="7597" b="1" i="0" u="none" strike="noStrike" cap="none">
              <a:solidFill>
                <a:srgbClr val="1497D6"/>
              </a:solidFill>
              <a:latin typeface="Arial"/>
              <a:ea typeface="Arial"/>
              <a:cs typeface="Arial"/>
              <a:sym typeface="Arial"/>
            </a:endParaRPr>
          </a:p>
        </p:txBody>
      </p:sp>
      <p:grpSp>
        <p:nvGrpSpPr>
          <p:cNvPr id="191" name="Google Shape;191;p19"/>
          <p:cNvGrpSpPr/>
          <p:nvPr/>
        </p:nvGrpSpPr>
        <p:grpSpPr>
          <a:xfrm>
            <a:off x="1028700" y="3600450"/>
            <a:ext cx="7911906" cy="6168521"/>
            <a:chOff x="0" y="0"/>
            <a:chExt cx="10549209" cy="8224695"/>
          </a:xfrm>
        </p:grpSpPr>
        <p:grpSp>
          <p:nvGrpSpPr>
            <p:cNvPr id="192" name="Google Shape;192;p19"/>
            <p:cNvGrpSpPr/>
            <p:nvPr/>
          </p:nvGrpSpPr>
          <p:grpSpPr>
            <a:xfrm>
              <a:off x="0" y="0"/>
              <a:ext cx="10549209" cy="8224695"/>
              <a:chOff x="0" y="0"/>
              <a:chExt cx="2083794" cy="1624631"/>
            </a:xfrm>
          </p:grpSpPr>
          <p:sp>
            <p:nvSpPr>
              <p:cNvPr id="193" name="Google Shape;193;p19"/>
              <p:cNvSpPr/>
              <p:nvPr/>
            </p:nvSpPr>
            <p:spPr>
              <a:xfrm>
                <a:off x="0" y="0"/>
                <a:ext cx="2083794" cy="1624631"/>
              </a:xfrm>
              <a:custGeom>
                <a:avLst/>
                <a:gdLst/>
                <a:ahLst/>
                <a:cxnLst/>
                <a:rect l="l" t="t" r="r" b="b"/>
                <a:pathLst>
                  <a:path w="2083794" h="1624631" extrusionOk="0">
                    <a:moveTo>
                      <a:pt x="49904" y="0"/>
                    </a:moveTo>
                    <a:lnTo>
                      <a:pt x="2033890" y="0"/>
                    </a:lnTo>
                    <a:cubicBezTo>
                      <a:pt x="2047125" y="0"/>
                      <a:pt x="2059819" y="5258"/>
                      <a:pt x="2069178" y="14617"/>
                    </a:cubicBezTo>
                    <a:cubicBezTo>
                      <a:pt x="2078537" y="23975"/>
                      <a:pt x="2083794" y="36669"/>
                      <a:pt x="2083794" y="49904"/>
                    </a:cubicBezTo>
                    <a:lnTo>
                      <a:pt x="2083794" y="1574727"/>
                    </a:lnTo>
                    <a:cubicBezTo>
                      <a:pt x="2083794" y="1602288"/>
                      <a:pt x="2061451" y="1624631"/>
                      <a:pt x="2033890" y="1624631"/>
                    </a:cubicBezTo>
                    <a:lnTo>
                      <a:pt x="49904" y="1624631"/>
                    </a:lnTo>
                    <a:cubicBezTo>
                      <a:pt x="36669" y="1624631"/>
                      <a:pt x="23975" y="1619373"/>
                      <a:pt x="14617" y="1610015"/>
                    </a:cubicBezTo>
                    <a:cubicBezTo>
                      <a:pt x="5258" y="1600656"/>
                      <a:pt x="0" y="1587962"/>
                      <a:pt x="0" y="1574727"/>
                    </a:cubicBezTo>
                    <a:lnTo>
                      <a:pt x="0" y="49904"/>
                    </a:lnTo>
                    <a:cubicBezTo>
                      <a:pt x="0" y="36669"/>
                      <a:pt x="5258" y="23975"/>
                      <a:pt x="14617" y="14617"/>
                    </a:cubicBezTo>
                    <a:cubicBezTo>
                      <a:pt x="23975" y="5258"/>
                      <a:pt x="36669" y="0"/>
                      <a:pt x="49904" y="0"/>
                    </a:cubicBezTo>
                    <a:close/>
                  </a:path>
                </a:pathLst>
              </a:custGeom>
              <a:solidFill>
                <a:srgbClr val="FEA9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19"/>
              <p:cNvSpPr txBox="1"/>
              <p:nvPr/>
            </p:nvSpPr>
            <p:spPr>
              <a:xfrm>
                <a:off x="0" y="133350"/>
                <a:ext cx="2083794" cy="1491281"/>
              </a:xfrm>
              <a:prstGeom prst="rect">
                <a:avLst/>
              </a:prstGeom>
              <a:noFill/>
              <a:ln>
                <a:noFill/>
              </a:ln>
            </p:spPr>
            <p:txBody>
              <a:bodyPr spcFirstLastPara="1" wrap="square" lIns="50800" tIns="50800" rIns="50800" bIns="50800" anchor="b" anchorCtr="0">
                <a:noAutofit/>
              </a:bodyPr>
              <a:lstStyle/>
              <a:p>
                <a:pPr marL="0" marR="0" lvl="0" indent="0" algn="l" rtl="0">
                  <a:lnSpc>
                    <a:spcPct val="91000"/>
                  </a:lnSpc>
                  <a:spcBef>
                    <a:spcPts val="0"/>
                  </a:spcBef>
                  <a:spcAft>
                    <a:spcPts val="0"/>
                  </a:spcAft>
                  <a:buNone/>
                </a:pPr>
                <a:r>
                  <a:rPr lang="en-US" sz="3600" b="1" i="0" u="none" strike="noStrike" cap="none" dirty="0">
                    <a:solidFill>
                      <a:schemeClr val="accent1">
                        <a:lumMod val="50000"/>
                      </a:schemeClr>
                    </a:solidFill>
                    <a:latin typeface="Arial"/>
                    <a:ea typeface="Arial"/>
                    <a:cs typeface="Arial"/>
                    <a:sym typeface="Arial"/>
                  </a:rPr>
                  <a:t>Our Frontend is</a:t>
                </a:r>
                <a:r>
                  <a:rPr lang="en-US" sz="3600" b="1" dirty="0">
                    <a:solidFill>
                      <a:schemeClr val="accent1">
                        <a:lumMod val="50000"/>
                      </a:schemeClr>
                    </a:solidFill>
                  </a:rPr>
                  <a:t> built using HTML, CSS, and JavaScript.</a:t>
                </a:r>
              </a:p>
              <a:p>
                <a:pPr marL="0" marR="0" lvl="0" indent="0" algn="l" rtl="0">
                  <a:lnSpc>
                    <a:spcPct val="91000"/>
                  </a:lnSpc>
                  <a:spcBef>
                    <a:spcPts val="0"/>
                  </a:spcBef>
                  <a:spcAft>
                    <a:spcPts val="0"/>
                  </a:spcAft>
                  <a:buNone/>
                </a:pPr>
                <a:endParaRPr lang="en-US" sz="3600" b="1" dirty="0">
                  <a:solidFill>
                    <a:schemeClr val="accent1">
                      <a:lumMod val="50000"/>
                    </a:schemeClr>
                  </a:solidFill>
                </a:endParaRPr>
              </a:p>
              <a:p>
                <a:pPr marL="0" marR="0" lvl="0" indent="0" algn="l" rtl="0">
                  <a:lnSpc>
                    <a:spcPct val="91000"/>
                  </a:lnSpc>
                  <a:spcBef>
                    <a:spcPts val="0"/>
                  </a:spcBef>
                  <a:spcAft>
                    <a:spcPts val="0"/>
                  </a:spcAft>
                  <a:buNone/>
                </a:pPr>
                <a:endParaRPr lang="en-US" sz="3600" b="1" dirty="0">
                  <a:solidFill>
                    <a:schemeClr val="accent1">
                      <a:lumMod val="50000"/>
                    </a:schemeClr>
                  </a:solidFill>
                </a:endParaRPr>
              </a:p>
              <a:p>
                <a:pPr marL="0" marR="0" lvl="0" indent="0" algn="l" rtl="0">
                  <a:lnSpc>
                    <a:spcPct val="91000"/>
                  </a:lnSpc>
                  <a:spcBef>
                    <a:spcPts val="0"/>
                  </a:spcBef>
                  <a:spcAft>
                    <a:spcPts val="0"/>
                  </a:spcAft>
                  <a:buNone/>
                </a:pPr>
                <a:endParaRPr lang="en-US" sz="3600" b="1" dirty="0">
                  <a:solidFill>
                    <a:schemeClr val="accent1">
                      <a:lumMod val="50000"/>
                    </a:schemeClr>
                  </a:solidFill>
                </a:endParaRPr>
              </a:p>
              <a:p>
                <a:pPr marL="0" marR="0" lvl="0" indent="0" algn="l" rtl="0">
                  <a:lnSpc>
                    <a:spcPct val="91000"/>
                  </a:lnSpc>
                  <a:spcBef>
                    <a:spcPts val="0"/>
                  </a:spcBef>
                  <a:spcAft>
                    <a:spcPts val="0"/>
                  </a:spcAft>
                  <a:buNone/>
                </a:pPr>
                <a:endParaRPr lang="en-US" sz="3600" dirty="0">
                  <a:solidFill>
                    <a:schemeClr val="accent1">
                      <a:lumMod val="50000"/>
                    </a:schemeClr>
                  </a:solidFill>
                </a:endParaRPr>
              </a:p>
              <a:p>
                <a:pPr marL="0" marR="0" lvl="0" indent="0" algn="l" rtl="0">
                  <a:lnSpc>
                    <a:spcPct val="91000"/>
                  </a:lnSpc>
                  <a:spcBef>
                    <a:spcPts val="0"/>
                  </a:spcBef>
                  <a:spcAft>
                    <a:spcPts val="0"/>
                  </a:spcAft>
                  <a:buNone/>
                </a:pPr>
                <a:endParaRPr sz="3600" b="1" i="0" u="none" strike="noStrike" cap="none" dirty="0">
                  <a:solidFill>
                    <a:srgbClr val="284B71"/>
                  </a:solidFill>
                  <a:latin typeface="Arial"/>
                  <a:ea typeface="Arial"/>
                  <a:cs typeface="Arial"/>
                  <a:sym typeface="Arial"/>
                </a:endParaRPr>
              </a:p>
            </p:txBody>
          </p:sp>
        </p:grpSp>
        <p:grpSp>
          <p:nvGrpSpPr>
            <p:cNvPr id="195" name="Google Shape;195;p19"/>
            <p:cNvGrpSpPr/>
            <p:nvPr/>
          </p:nvGrpSpPr>
          <p:grpSpPr>
            <a:xfrm>
              <a:off x="0" y="0"/>
              <a:ext cx="4912231" cy="1514628"/>
              <a:chOff x="0" y="0"/>
              <a:chExt cx="970317" cy="299186"/>
            </a:xfrm>
          </p:grpSpPr>
          <p:sp>
            <p:nvSpPr>
              <p:cNvPr id="196" name="Google Shape;196;p19"/>
              <p:cNvSpPr/>
              <p:nvPr/>
            </p:nvSpPr>
            <p:spPr>
              <a:xfrm>
                <a:off x="0" y="0"/>
                <a:ext cx="970317" cy="299186"/>
              </a:xfrm>
              <a:custGeom>
                <a:avLst/>
                <a:gdLst/>
                <a:ahLst/>
                <a:cxnLst/>
                <a:rect l="l" t="t" r="r" b="b"/>
                <a:pathLst>
                  <a:path w="970317" h="299186" extrusionOk="0">
                    <a:moveTo>
                      <a:pt x="107171" y="0"/>
                    </a:moveTo>
                    <a:lnTo>
                      <a:pt x="863146" y="0"/>
                    </a:lnTo>
                    <a:cubicBezTo>
                      <a:pt x="922335" y="0"/>
                      <a:pt x="970317" y="47982"/>
                      <a:pt x="970317" y="107171"/>
                    </a:cubicBezTo>
                    <a:lnTo>
                      <a:pt x="970317" y="192014"/>
                    </a:lnTo>
                    <a:cubicBezTo>
                      <a:pt x="970317" y="220438"/>
                      <a:pt x="959026" y="247697"/>
                      <a:pt x="938927" y="267796"/>
                    </a:cubicBezTo>
                    <a:cubicBezTo>
                      <a:pt x="918829" y="287895"/>
                      <a:pt x="891570" y="299186"/>
                      <a:pt x="863146" y="299186"/>
                    </a:cubicBezTo>
                    <a:lnTo>
                      <a:pt x="107171" y="299186"/>
                    </a:lnTo>
                    <a:cubicBezTo>
                      <a:pt x="47982" y="299186"/>
                      <a:pt x="0" y="251203"/>
                      <a:pt x="0" y="192014"/>
                    </a:cubicBezTo>
                    <a:lnTo>
                      <a:pt x="0" y="107171"/>
                    </a:lnTo>
                    <a:cubicBezTo>
                      <a:pt x="0" y="78748"/>
                      <a:pt x="11291" y="51488"/>
                      <a:pt x="31390" y="31390"/>
                    </a:cubicBezTo>
                    <a:cubicBezTo>
                      <a:pt x="51488" y="11291"/>
                      <a:pt x="78748" y="0"/>
                      <a:pt x="107171" y="0"/>
                    </a:cubicBezTo>
                    <a:close/>
                  </a:path>
                </a:pathLst>
              </a:custGeom>
              <a:solidFill>
                <a:srgbClr val="284B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19"/>
              <p:cNvSpPr txBox="1"/>
              <p:nvPr/>
            </p:nvSpPr>
            <p:spPr>
              <a:xfrm>
                <a:off x="0" y="57150"/>
                <a:ext cx="970317" cy="242036"/>
              </a:xfrm>
              <a:prstGeom prst="rect">
                <a:avLst/>
              </a:prstGeom>
              <a:noFill/>
              <a:ln>
                <a:noFill/>
              </a:ln>
            </p:spPr>
            <p:txBody>
              <a:bodyPr spcFirstLastPara="1" wrap="square" lIns="50800" tIns="50800" rIns="50800" bIns="50800" anchor="ctr" anchorCtr="0">
                <a:noAutofit/>
              </a:bodyPr>
              <a:lstStyle/>
              <a:p>
                <a:pPr marL="0" marR="0" lvl="0" indent="0" algn="ctr" rtl="0">
                  <a:lnSpc>
                    <a:spcPct val="91020"/>
                  </a:lnSpc>
                  <a:spcBef>
                    <a:spcPts val="0"/>
                  </a:spcBef>
                  <a:spcAft>
                    <a:spcPts val="0"/>
                  </a:spcAft>
                  <a:buNone/>
                </a:pPr>
                <a:r>
                  <a:rPr lang="en-US" sz="1793" b="1" i="0" u="none" strike="noStrike" cap="none">
                    <a:solidFill>
                      <a:srgbClr val="FFFFFF"/>
                    </a:solidFill>
                    <a:latin typeface="Arial"/>
                    <a:ea typeface="Arial"/>
                    <a:cs typeface="Arial"/>
                    <a:sym typeface="Arial"/>
                  </a:rPr>
                  <a:t>Frontend and Dashboard</a:t>
                </a:r>
                <a:endParaRPr/>
              </a:p>
            </p:txBody>
          </p:sp>
        </p:grpSp>
      </p:grpSp>
      <p:grpSp>
        <p:nvGrpSpPr>
          <p:cNvPr id="198" name="Google Shape;198;p19"/>
          <p:cNvGrpSpPr/>
          <p:nvPr/>
        </p:nvGrpSpPr>
        <p:grpSpPr>
          <a:xfrm>
            <a:off x="9144000" y="3600450"/>
            <a:ext cx="7911906" cy="6168521"/>
            <a:chOff x="0" y="0"/>
            <a:chExt cx="10549209" cy="8224695"/>
          </a:xfrm>
        </p:grpSpPr>
        <p:grpSp>
          <p:nvGrpSpPr>
            <p:cNvPr id="199" name="Google Shape;199;p19"/>
            <p:cNvGrpSpPr/>
            <p:nvPr/>
          </p:nvGrpSpPr>
          <p:grpSpPr>
            <a:xfrm>
              <a:off x="0" y="0"/>
              <a:ext cx="10549209" cy="8224695"/>
              <a:chOff x="0" y="0"/>
              <a:chExt cx="2083794" cy="1624631"/>
            </a:xfrm>
          </p:grpSpPr>
          <p:sp>
            <p:nvSpPr>
              <p:cNvPr id="200" name="Google Shape;200;p19"/>
              <p:cNvSpPr/>
              <p:nvPr/>
            </p:nvSpPr>
            <p:spPr>
              <a:xfrm>
                <a:off x="0" y="0"/>
                <a:ext cx="2083794" cy="1624631"/>
              </a:xfrm>
              <a:custGeom>
                <a:avLst/>
                <a:gdLst/>
                <a:ahLst/>
                <a:cxnLst/>
                <a:rect l="l" t="t" r="r" b="b"/>
                <a:pathLst>
                  <a:path w="2083794" h="1624631" extrusionOk="0">
                    <a:moveTo>
                      <a:pt x="49904" y="0"/>
                    </a:moveTo>
                    <a:lnTo>
                      <a:pt x="2033890" y="0"/>
                    </a:lnTo>
                    <a:cubicBezTo>
                      <a:pt x="2047125" y="0"/>
                      <a:pt x="2059819" y="5258"/>
                      <a:pt x="2069178" y="14617"/>
                    </a:cubicBezTo>
                    <a:cubicBezTo>
                      <a:pt x="2078537" y="23975"/>
                      <a:pt x="2083794" y="36669"/>
                      <a:pt x="2083794" y="49904"/>
                    </a:cubicBezTo>
                    <a:lnTo>
                      <a:pt x="2083794" y="1574727"/>
                    </a:lnTo>
                    <a:cubicBezTo>
                      <a:pt x="2083794" y="1602288"/>
                      <a:pt x="2061451" y="1624631"/>
                      <a:pt x="2033890" y="1624631"/>
                    </a:cubicBezTo>
                    <a:lnTo>
                      <a:pt x="49904" y="1624631"/>
                    </a:lnTo>
                    <a:cubicBezTo>
                      <a:pt x="36669" y="1624631"/>
                      <a:pt x="23975" y="1619373"/>
                      <a:pt x="14617" y="1610015"/>
                    </a:cubicBezTo>
                    <a:cubicBezTo>
                      <a:pt x="5258" y="1600656"/>
                      <a:pt x="0" y="1587962"/>
                      <a:pt x="0" y="1574727"/>
                    </a:cubicBezTo>
                    <a:lnTo>
                      <a:pt x="0" y="49904"/>
                    </a:lnTo>
                    <a:cubicBezTo>
                      <a:pt x="0" y="36669"/>
                      <a:pt x="5258" y="23975"/>
                      <a:pt x="14617" y="14617"/>
                    </a:cubicBezTo>
                    <a:cubicBezTo>
                      <a:pt x="23975" y="5258"/>
                      <a:pt x="36669" y="0"/>
                      <a:pt x="49904" y="0"/>
                    </a:cubicBezTo>
                    <a:close/>
                  </a:path>
                </a:pathLst>
              </a:custGeom>
              <a:solidFill>
                <a:srgbClr val="FEA9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19"/>
              <p:cNvSpPr txBox="1"/>
              <p:nvPr/>
            </p:nvSpPr>
            <p:spPr>
              <a:xfrm>
                <a:off x="0" y="199198"/>
                <a:ext cx="2083794" cy="628833"/>
              </a:xfrm>
              <a:prstGeom prst="rect">
                <a:avLst/>
              </a:prstGeom>
              <a:noFill/>
              <a:ln>
                <a:noFill/>
              </a:ln>
            </p:spPr>
            <p:txBody>
              <a:bodyPr spcFirstLastPara="1" wrap="square" lIns="50800" tIns="50800" rIns="50800" bIns="50800" anchor="b" anchorCtr="0">
                <a:noAutofit/>
              </a:bodyPr>
              <a:lstStyle/>
              <a:p>
                <a:pPr marL="0" marR="0" lvl="0" indent="0" algn="l" rtl="0">
                  <a:lnSpc>
                    <a:spcPct val="91000"/>
                  </a:lnSpc>
                  <a:spcBef>
                    <a:spcPts val="0"/>
                  </a:spcBef>
                  <a:spcAft>
                    <a:spcPts val="0"/>
                  </a:spcAft>
                  <a:buNone/>
                </a:pPr>
                <a:r>
                  <a:rPr lang="en-US" sz="3600" b="1" i="0" u="none" strike="noStrike" cap="none" dirty="0">
                    <a:solidFill>
                      <a:srgbClr val="284B71"/>
                    </a:solidFill>
                    <a:latin typeface="Arial"/>
                    <a:ea typeface="Arial"/>
                    <a:cs typeface="Arial"/>
                    <a:sym typeface="Arial"/>
                  </a:rPr>
                  <a:t>CPU/GPU servers, Web Interface.</a:t>
                </a:r>
                <a:endParaRPr sz="3600" b="1" i="0" u="none" strike="noStrike" cap="none" dirty="0">
                  <a:solidFill>
                    <a:srgbClr val="284B71"/>
                  </a:solidFill>
                  <a:latin typeface="Arial"/>
                  <a:ea typeface="Arial"/>
                  <a:cs typeface="Arial"/>
                  <a:sym typeface="Arial"/>
                </a:endParaRPr>
              </a:p>
            </p:txBody>
          </p:sp>
        </p:grpSp>
        <p:grpSp>
          <p:nvGrpSpPr>
            <p:cNvPr id="202" name="Google Shape;202;p19"/>
            <p:cNvGrpSpPr/>
            <p:nvPr/>
          </p:nvGrpSpPr>
          <p:grpSpPr>
            <a:xfrm>
              <a:off x="0" y="0"/>
              <a:ext cx="4912231" cy="1514628"/>
              <a:chOff x="0" y="0"/>
              <a:chExt cx="970317" cy="299186"/>
            </a:xfrm>
          </p:grpSpPr>
          <p:sp>
            <p:nvSpPr>
              <p:cNvPr id="203" name="Google Shape;203;p19"/>
              <p:cNvSpPr/>
              <p:nvPr/>
            </p:nvSpPr>
            <p:spPr>
              <a:xfrm>
                <a:off x="0" y="0"/>
                <a:ext cx="970317" cy="299186"/>
              </a:xfrm>
              <a:custGeom>
                <a:avLst/>
                <a:gdLst/>
                <a:ahLst/>
                <a:cxnLst/>
                <a:rect l="l" t="t" r="r" b="b"/>
                <a:pathLst>
                  <a:path w="970317" h="299186" extrusionOk="0">
                    <a:moveTo>
                      <a:pt x="107171" y="0"/>
                    </a:moveTo>
                    <a:lnTo>
                      <a:pt x="863146" y="0"/>
                    </a:lnTo>
                    <a:cubicBezTo>
                      <a:pt x="922335" y="0"/>
                      <a:pt x="970317" y="47982"/>
                      <a:pt x="970317" y="107171"/>
                    </a:cubicBezTo>
                    <a:lnTo>
                      <a:pt x="970317" y="192014"/>
                    </a:lnTo>
                    <a:cubicBezTo>
                      <a:pt x="970317" y="220438"/>
                      <a:pt x="959026" y="247697"/>
                      <a:pt x="938927" y="267796"/>
                    </a:cubicBezTo>
                    <a:cubicBezTo>
                      <a:pt x="918829" y="287895"/>
                      <a:pt x="891570" y="299186"/>
                      <a:pt x="863146" y="299186"/>
                    </a:cubicBezTo>
                    <a:lnTo>
                      <a:pt x="107171" y="299186"/>
                    </a:lnTo>
                    <a:cubicBezTo>
                      <a:pt x="47982" y="299186"/>
                      <a:pt x="0" y="251203"/>
                      <a:pt x="0" y="192014"/>
                    </a:cubicBezTo>
                    <a:lnTo>
                      <a:pt x="0" y="107171"/>
                    </a:lnTo>
                    <a:cubicBezTo>
                      <a:pt x="0" y="78748"/>
                      <a:pt x="11291" y="51488"/>
                      <a:pt x="31390" y="31390"/>
                    </a:cubicBezTo>
                    <a:cubicBezTo>
                      <a:pt x="51488" y="11291"/>
                      <a:pt x="78748" y="0"/>
                      <a:pt x="107171" y="0"/>
                    </a:cubicBezTo>
                    <a:close/>
                  </a:path>
                </a:pathLst>
              </a:custGeom>
              <a:solidFill>
                <a:srgbClr val="284B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19"/>
              <p:cNvSpPr txBox="1"/>
              <p:nvPr/>
            </p:nvSpPr>
            <p:spPr>
              <a:xfrm>
                <a:off x="0" y="57150"/>
                <a:ext cx="970317" cy="242036"/>
              </a:xfrm>
              <a:prstGeom prst="rect">
                <a:avLst/>
              </a:prstGeom>
              <a:noFill/>
              <a:ln>
                <a:noFill/>
              </a:ln>
            </p:spPr>
            <p:txBody>
              <a:bodyPr spcFirstLastPara="1" wrap="square" lIns="50800" tIns="50800" rIns="50800" bIns="50800" anchor="ctr" anchorCtr="0">
                <a:noAutofit/>
              </a:bodyPr>
              <a:lstStyle/>
              <a:p>
                <a:pPr marL="0" marR="0" lvl="0" indent="0" algn="ctr" rtl="0">
                  <a:lnSpc>
                    <a:spcPct val="91020"/>
                  </a:lnSpc>
                  <a:spcBef>
                    <a:spcPts val="0"/>
                  </a:spcBef>
                  <a:spcAft>
                    <a:spcPts val="0"/>
                  </a:spcAft>
                  <a:buNone/>
                </a:pPr>
                <a:r>
                  <a:rPr lang="en-US" sz="1793" b="1" i="0" u="none" strike="noStrike" cap="none">
                    <a:solidFill>
                      <a:srgbClr val="FFFFFF"/>
                    </a:solidFill>
                    <a:latin typeface="Arial"/>
                    <a:ea typeface="Arial"/>
                    <a:cs typeface="Arial"/>
                    <a:sym typeface="Arial"/>
                  </a:rPr>
                  <a:t>Infrastructure</a:t>
                </a:r>
                <a:endParaRPr/>
              </a:p>
            </p:txBody>
          </p:sp>
        </p:gr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20"/>
          <p:cNvSpPr/>
          <p:nvPr/>
        </p:nvSpPr>
        <p:spPr>
          <a:xfrm>
            <a:off x="3333317" y="701930"/>
            <a:ext cx="2743124" cy="653540"/>
          </a:xfrm>
          <a:custGeom>
            <a:avLst/>
            <a:gdLst/>
            <a:ahLst/>
            <a:cxnLst/>
            <a:rect l="l" t="t" r="r" b="b"/>
            <a:pathLst>
              <a:path w="2743124" h="653540" extrusionOk="0">
                <a:moveTo>
                  <a:pt x="0" y="0"/>
                </a:moveTo>
                <a:lnTo>
                  <a:pt x="2743124" y="0"/>
                </a:lnTo>
                <a:lnTo>
                  <a:pt x="2743124" y="653540"/>
                </a:lnTo>
                <a:lnTo>
                  <a:pt x="0" y="653540"/>
                </a:lnTo>
                <a:lnTo>
                  <a:pt x="0" y="0"/>
                </a:lnTo>
                <a:close/>
              </a:path>
            </a:pathLst>
          </a:custGeom>
          <a:blipFill rotWithShape="1">
            <a:blip r:embed="rId3">
              <a:alphaModFix/>
            </a:blip>
            <a:stretch>
              <a:fillRect r="-1381"/>
            </a:stretch>
          </a:blipFill>
          <a:ln>
            <a:noFill/>
          </a:ln>
        </p:spPr>
      </p:sp>
      <p:sp>
        <p:nvSpPr>
          <p:cNvPr id="210" name="Google Shape;210;p20"/>
          <p:cNvSpPr/>
          <p:nvPr/>
        </p:nvSpPr>
        <p:spPr>
          <a:xfrm>
            <a:off x="1028700" y="566709"/>
            <a:ext cx="2045960" cy="923982"/>
          </a:xfrm>
          <a:custGeom>
            <a:avLst/>
            <a:gdLst/>
            <a:ahLst/>
            <a:cxnLst/>
            <a:rect l="l" t="t" r="r" b="b"/>
            <a:pathLst>
              <a:path w="2045960" h="923982" extrusionOk="0">
                <a:moveTo>
                  <a:pt x="0" y="0"/>
                </a:moveTo>
                <a:lnTo>
                  <a:pt x="2045960" y="0"/>
                </a:lnTo>
                <a:lnTo>
                  <a:pt x="2045960" y="923982"/>
                </a:lnTo>
                <a:lnTo>
                  <a:pt x="0" y="923982"/>
                </a:lnTo>
                <a:lnTo>
                  <a:pt x="0" y="0"/>
                </a:lnTo>
                <a:close/>
              </a:path>
            </a:pathLst>
          </a:custGeom>
          <a:blipFill rotWithShape="1">
            <a:blip r:embed="rId4">
              <a:alphaModFix/>
            </a:blip>
            <a:stretch>
              <a:fillRect/>
            </a:stretch>
          </a:blipFill>
          <a:ln>
            <a:noFill/>
          </a:ln>
        </p:spPr>
      </p:sp>
      <p:grpSp>
        <p:nvGrpSpPr>
          <p:cNvPr id="211" name="Google Shape;211;p20"/>
          <p:cNvGrpSpPr/>
          <p:nvPr/>
        </p:nvGrpSpPr>
        <p:grpSpPr>
          <a:xfrm>
            <a:off x="610160" y="3598446"/>
            <a:ext cx="5589288" cy="6168521"/>
            <a:chOff x="0" y="0"/>
            <a:chExt cx="1472076" cy="1624631"/>
          </a:xfrm>
        </p:grpSpPr>
        <p:sp>
          <p:nvSpPr>
            <p:cNvPr id="212" name="Google Shape;212;p20"/>
            <p:cNvSpPr/>
            <p:nvPr/>
          </p:nvSpPr>
          <p:spPr>
            <a:xfrm>
              <a:off x="0" y="0"/>
              <a:ext cx="1472076" cy="1624631"/>
            </a:xfrm>
            <a:custGeom>
              <a:avLst/>
              <a:gdLst/>
              <a:ahLst/>
              <a:cxnLst/>
              <a:rect l="l" t="t" r="r" b="b"/>
              <a:pathLst>
                <a:path w="1472076" h="1624631" extrusionOk="0">
                  <a:moveTo>
                    <a:pt x="70642" y="0"/>
                  </a:moveTo>
                  <a:lnTo>
                    <a:pt x="1401434" y="0"/>
                  </a:lnTo>
                  <a:cubicBezTo>
                    <a:pt x="1440449" y="0"/>
                    <a:pt x="1472076" y="31627"/>
                    <a:pt x="1472076" y="70642"/>
                  </a:cubicBezTo>
                  <a:lnTo>
                    <a:pt x="1472076" y="1553989"/>
                  </a:lnTo>
                  <a:cubicBezTo>
                    <a:pt x="1472076" y="1593004"/>
                    <a:pt x="1440449" y="1624631"/>
                    <a:pt x="1401434" y="1624631"/>
                  </a:cubicBezTo>
                  <a:lnTo>
                    <a:pt x="70642" y="1624631"/>
                  </a:lnTo>
                  <a:cubicBezTo>
                    <a:pt x="31627" y="1624631"/>
                    <a:pt x="0" y="1593004"/>
                    <a:pt x="0" y="1553989"/>
                  </a:cubicBezTo>
                  <a:lnTo>
                    <a:pt x="0" y="70642"/>
                  </a:lnTo>
                  <a:cubicBezTo>
                    <a:pt x="0" y="31627"/>
                    <a:pt x="31627" y="0"/>
                    <a:pt x="70642" y="0"/>
                  </a:cubicBezTo>
                  <a:close/>
                </a:path>
              </a:pathLst>
            </a:custGeom>
            <a:solidFill>
              <a:srgbClr val="FEA9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20"/>
            <p:cNvSpPr txBox="1"/>
            <p:nvPr/>
          </p:nvSpPr>
          <p:spPr>
            <a:xfrm>
              <a:off x="0" y="133350"/>
              <a:ext cx="1472076" cy="1491281"/>
            </a:xfrm>
            <a:prstGeom prst="rect">
              <a:avLst/>
            </a:prstGeom>
            <a:noFill/>
            <a:ln>
              <a:noFill/>
            </a:ln>
          </p:spPr>
          <p:txBody>
            <a:bodyPr spcFirstLastPara="1" wrap="square" lIns="50800" tIns="50800" rIns="50800" bIns="50800" anchor="ctr" anchorCtr="0">
              <a:noAutofit/>
            </a:bodyPr>
            <a:lstStyle/>
            <a:p>
              <a:pPr marL="0" marR="0" lvl="0" indent="0" algn="l" rtl="0">
                <a:lnSpc>
                  <a:spcPct val="91000"/>
                </a:lnSpc>
                <a:spcBef>
                  <a:spcPts val="0"/>
                </a:spcBef>
                <a:spcAft>
                  <a:spcPts val="0"/>
                </a:spcAft>
                <a:buNone/>
              </a:pPr>
              <a:endParaRPr dirty="0"/>
            </a:p>
          </p:txBody>
        </p:sp>
      </p:grpSp>
      <p:grpSp>
        <p:nvGrpSpPr>
          <p:cNvPr id="214" name="Google Shape;214;p20"/>
          <p:cNvGrpSpPr/>
          <p:nvPr/>
        </p:nvGrpSpPr>
        <p:grpSpPr>
          <a:xfrm>
            <a:off x="610160" y="3598446"/>
            <a:ext cx="2602648" cy="1135971"/>
            <a:chOff x="0" y="0"/>
            <a:chExt cx="685471" cy="299186"/>
          </a:xfrm>
        </p:grpSpPr>
        <p:sp>
          <p:nvSpPr>
            <p:cNvPr id="215" name="Google Shape;215;p20"/>
            <p:cNvSpPr/>
            <p:nvPr/>
          </p:nvSpPr>
          <p:spPr>
            <a:xfrm>
              <a:off x="0" y="0"/>
              <a:ext cx="685471" cy="299186"/>
            </a:xfrm>
            <a:custGeom>
              <a:avLst/>
              <a:gdLst/>
              <a:ahLst/>
              <a:cxnLst/>
              <a:rect l="l" t="t" r="r" b="b"/>
              <a:pathLst>
                <a:path w="685471" h="299186" extrusionOk="0">
                  <a:moveTo>
                    <a:pt x="149593" y="0"/>
                  </a:moveTo>
                  <a:lnTo>
                    <a:pt x="535878" y="0"/>
                  </a:lnTo>
                  <a:cubicBezTo>
                    <a:pt x="575553" y="0"/>
                    <a:pt x="613602" y="15761"/>
                    <a:pt x="641656" y="43815"/>
                  </a:cubicBezTo>
                  <a:cubicBezTo>
                    <a:pt x="669710" y="71869"/>
                    <a:pt x="685471" y="109918"/>
                    <a:pt x="685471" y="149593"/>
                  </a:cubicBezTo>
                  <a:lnTo>
                    <a:pt x="685471" y="149593"/>
                  </a:lnTo>
                  <a:cubicBezTo>
                    <a:pt x="685471" y="189267"/>
                    <a:pt x="669710" y="227317"/>
                    <a:pt x="641656" y="255371"/>
                  </a:cubicBezTo>
                  <a:cubicBezTo>
                    <a:pt x="613602" y="283425"/>
                    <a:pt x="575553" y="299186"/>
                    <a:pt x="535878" y="299186"/>
                  </a:cubicBezTo>
                  <a:lnTo>
                    <a:pt x="149593" y="299186"/>
                  </a:lnTo>
                  <a:cubicBezTo>
                    <a:pt x="109918" y="299186"/>
                    <a:pt x="71869" y="283425"/>
                    <a:pt x="43815" y="255371"/>
                  </a:cubicBezTo>
                  <a:cubicBezTo>
                    <a:pt x="15761" y="227317"/>
                    <a:pt x="0" y="189267"/>
                    <a:pt x="0" y="149593"/>
                  </a:cubicBezTo>
                  <a:lnTo>
                    <a:pt x="0" y="149593"/>
                  </a:lnTo>
                  <a:cubicBezTo>
                    <a:pt x="0" y="109918"/>
                    <a:pt x="15761" y="71869"/>
                    <a:pt x="43815" y="43815"/>
                  </a:cubicBezTo>
                  <a:cubicBezTo>
                    <a:pt x="71869" y="15761"/>
                    <a:pt x="109918" y="0"/>
                    <a:pt x="149593" y="0"/>
                  </a:cubicBezTo>
                  <a:close/>
                </a:path>
              </a:pathLst>
            </a:custGeom>
            <a:solidFill>
              <a:srgbClr val="284B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20"/>
            <p:cNvSpPr txBox="1"/>
            <p:nvPr/>
          </p:nvSpPr>
          <p:spPr>
            <a:xfrm>
              <a:off x="0" y="57150"/>
              <a:ext cx="685471" cy="242036"/>
            </a:xfrm>
            <a:prstGeom prst="rect">
              <a:avLst/>
            </a:prstGeom>
            <a:noFill/>
            <a:ln>
              <a:noFill/>
            </a:ln>
          </p:spPr>
          <p:txBody>
            <a:bodyPr spcFirstLastPara="1" wrap="square" lIns="50800" tIns="50800" rIns="50800" bIns="50800" anchor="ctr" anchorCtr="0">
              <a:noAutofit/>
            </a:bodyPr>
            <a:lstStyle/>
            <a:p>
              <a:pPr marL="0" marR="0" lvl="0" indent="0" algn="ctr" rtl="0">
                <a:lnSpc>
                  <a:spcPct val="91020"/>
                </a:lnSpc>
                <a:spcBef>
                  <a:spcPts val="0"/>
                </a:spcBef>
                <a:spcAft>
                  <a:spcPts val="0"/>
                </a:spcAft>
                <a:buNone/>
              </a:pPr>
              <a:r>
                <a:rPr lang="en-US" sz="1793" b="1" i="0" u="none" strike="noStrike" cap="none" dirty="0">
                  <a:solidFill>
                    <a:srgbClr val="FFFFFF"/>
                  </a:solidFill>
                  <a:latin typeface="Arial"/>
                  <a:ea typeface="Arial"/>
                  <a:cs typeface="Arial"/>
                  <a:sym typeface="Arial"/>
                </a:rPr>
                <a:t>Stakeholder Perspective 1</a:t>
              </a:r>
              <a:endParaRPr dirty="0"/>
            </a:p>
          </p:txBody>
        </p:sp>
      </p:grpSp>
      <p:grpSp>
        <p:nvGrpSpPr>
          <p:cNvPr id="217" name="Google Shape;217;p20"/>
          <p:cNvGrpSpPr/>
          <p:nvPr/>
        </p:nvGrpSpPr>
        <p:grpSpPr>
          <a:xfrm>
            <a:off x="11689834" y="3598445"/>
            <a:ext cx="5589288" cy="6168521"/>
            <a:chOff x="0" y="0"/>
            <a:chExt cx="1472076" cy="1624631"/>
          </a:xfrm>
        </p:grpSpPr>
        <p:sp>
          <p:nvSpPr>
            <p:cNvPr id="218" name="Google Shape;218;p20"/>
            <p:cNvSpPr/>
            <p:nvPr/>
          </p:nvSpPr>
          <p:spPr>
            <a:xfrm>
              <a:off x="0" y="0"/>
              <a:ext cx="1472076" cy="1624631"/>
            </a:xfrm>
            <a:custGeom>
              <a:avLst/>
              <a:gdLst/>
              <a:ahLst/>
              <a:cxnLst/>
              <a:rect l="l" t="t" r="r" b="b"/>
              <a:pathLst>
                <a:path w="1472076" h="1624631" extrusionOk="0">
                  <a:moveTo>
                    <a:pt x="70642" y="0"/>
                  </a:moveTo>
                  <a:lnTo>
                    <a:pt x="1401434" y="0"/>
                  </a:lnTo>
                  <a:cubicBezTo>
                    <a:pt x="1440449" y="0"/>
                    <a:pt x="1472076" y="31627"/>
                    <a:pt x="1472076" y="70642"/>
                  </a:cubicBezTo>
                  <a:lnTo>
                    <a:pt x="1472076" y="1553989"/>
                  </a:lnTo>
                  <a:cubicBezTo>
                    <a:pt x="1472076" y="1593004"/>
                    <a:pt x="1440449" y="1624631"/>
                    <a:pt x="1401434" y="1624631"/>
                  </a:cubicBezTo>
                  <a:lnTo>
                    <a:pt x="70642" y="1624631"/>
                  </a:lnTo>
                  <a:cubicBezTo>
                    <a:pt x="31627" y="1624631"/>
                    <a:pt x="0" y="1593004"/>
                    <a:pt x="0" y="1553989"/>
                  </a:cubicBezTo>
                  <a:lnTo>
                    <a:pt x="0" y="70642"/>
                  </a:lnTo>
                  <a:cubicBezTo>
                    <a:pt x="0" y="31627"/>
                    <a:pt x="31627" y="0"/>
                    <a:pt x="70642" y="0"/>
                  </a:cubicBezTo>
                  <a:close/>
                </a:path>
              </a:pathLst>
            </a:custGeom>
            <a:solidFill>
              <a:srgbClr val="FEA9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20"/>
            <p:cNvSpPr txBox="1"/>
            <p:nvPr/>
          </p:nvSpPr>
          <p:spPr>
            <a:xfrm>
              <a:off x="0" y="133350"/>
              <a:ext cx="1472076" cy="1491281"/>
            </a:xfrm>
            <a:prstGeom prst="rect">
              <a:avLst/>
            </a:prstGeom>
            <a:noFill/>
            <a:ln>
              <a:noFill/>
            </a:ln>
          </p:spPr>
          <p:txBody>
            <a:bodyPr spcFirstLastPara="1" wrap="square" lIns="50800" tIns="50800" rIns="50800" bIns="50800" anchor="ctr" anchorCtr="0">
              <a:noAutofit/>
            </a:bodyPr>
            <a:lstStyle/>
            <a:p>
              <a:pPr marL="0" marR="0" lvl="0" indent="0" algn="l" rtl="0">
                <a:lnSpc>
                  <a:spcPct val="91000"/>
                </a:lnSpc>
                <a:spcBef>
                  <a:spcPts val="0"/>
                </a:spcBef>
                <a:spcAft>
                  <a:spcPts val="0"/>
                </a:spcAft>
                <a:buNone/>
              </a:pPr>
              <a:endParaRPr dirty="0"/>
            </a:p>
          </p:txBody>
        </p:sp>
      </p:grpSp>
      <p:grpSp>
        <p:nvGrpSpPr>
          <p:cNvPr id="220" name="Google Shape;220;p20"/>
          <p:cNvGrpSpPr/>
          <p:nvPr/>
        </p:nvGrpSpPr>
        <p:grpSpPr>
          <a:xfrm>
            <a:off x="11689834" y="3598446"/>
            <a:ext cx="2602648" cy="1135971"/>
            <a:chOff x="0" y="0"/>
            <a:chExt cx="685471" cy="299186"/>
          </a:xfrm>
        </p:grpSpPr>
        <p:sp>
          <p:nvSpPr>
            <p:cNvPr id="221" name="Google Shape;221;p20"/>
            <p:cNvSpPr/>
            <p:nvPr/>
          </p:nvSpPr>
          <p:spPr>
            <a:xfrm>
              <a:off x="0" y="0"/>
              <a:ext cx="685471" cy="299186"/>
            </a:xfrm>
            <a:custGeom>
              <a:avLst/>
              <a:gdLst/>
              <a:ahLst/>
              <a:cxnLst/>
              <a:rect l="l" t="t" r="r" b="b"/>
              <a:pathLst>
                <a:path w="685471" h="299186" extrusionOk="0">
                  <a:moveTo>
                    <a:pt x="149593" y="0"/>
                  </a:moveTo>
                  <a:lnTo>
                    <a:pt x="535878" y="0"/>
                  </a:lnTo>
                  <a:cubicBezTo>
                    <a:pt x="575553" y="0"/>
                    <a:pt x="613602" y="15761"/>
                    <a:pt x="641656" y="43815"/>
                  </a:cubicBezTo>
                  <a:cubicBezTo>
                    <a:pt x="669710" y="71869"/>
                    <a:pt x="685471" y="109918"/>
                    <a:pt x="685471" y="149593"/>
                  </a:cubicBezTo>
                  <a:lnTo>
                    <a:pt x="685471" y="149593"/>
                  </a:lnTo>
                  <a:cubicBezTo>
                    <a:pt x="685471" y="189267"/>
                    <a:pt x="669710" y="227317"/>
                    <a:pt x="641656" y="255371"/>
                  </a:cubicBezTo>
                  <a:cubicBezTo>
                    <a:pt x="613602" y="283425"/>
                    <a:pt x="575553" y="299186"/>
                    <a:pt x="535878" y="299186"/>
                  </a:cubicBezTo>
                  <a:lnTo>
                    <a:pt x="149593" y="299186"/>
                  </a:lnTo>
                  <a:cubicBezTo>
                    <a:pt x="109918" y="299186"/>
                    <a:pt x="71869" y="283425"/>
                    <a:pt x="43815" y="255371"/>
                  </a:cubicBezTo>
                  <a:cubicBezTo>
                    <a:pt x="15761" y="227317"/>
                    <a:pt x="0" y="189267"/>
                    <a:pt x="0" y="149593"/>
                  </a:cubicBezTo>
                  <a:lnTo>
                    <a:pt x="0" y="149593"/>
                  </a:lnTo>
                  <a:cubicBezTo>
                    <a:pt x="0" y="109918"/>
                    <a:pt x="15761" y="71869"/>
                    <a:pt x="43815" y="43815"/>
                  </a:cubicBezTo>
                  <a:cubicBezTo>
                    <a:pt x="71869" y="15761"/>
                    <a:pt x="109918" y="0"/>
                    <a:pt x="149593" y="0"/>
                  </a:cubicBezTo>
                  <a:close/>
                </a:path>
              </a:pathLst>
            </a:custGeom>
            <a:solidFill>
              <a:srgbClr val="284B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20"/>
            <p:cNvSpPr txBox="1"/>
            <p:nvPr/>
          </p:nvSpPr>
          <p:spPr>
            <a:xfrm>
              <a:off x="0" y="57150"/>
              <a:ext cx="685471" cy="242036"/>
            </a:xfrm>
            <a:prstGeom prst="rect">
              <a:avLst/>
            </a:prstGeom>
            <a:noFill/>
            <a:ln>
              <a:noFill/>
            </a:ln>
          </p:spPr>
          <p:txBody>
            <a:bodyPr spcFirstLastPara="1" wrap="square" lIns="50800" tIns="50800" rIns="50800" bIns="50800" anchor="ctr" anchorCtr="0">
              <a:noAutofit/>
            </a:bodyPr>
            <a:lstStyle/>
            <a:p>
              <a:pPr marL="0" marR="0" lvl="0" indent="0" algn="ctr" rtl="0">
                <a:lnSpc>
                  <a:spcPct val="91020"/>
                </a:lnSpc>
                <a:spcBef>
                  <a:spcPts val="0"/>
                </a:spcBef>
                <a:spcAft>
                  <a:spcPts val="0"/>
                </a:spcAft>
                <a:buNone/>
              </a:pPr>
              <a:r>
                <a:rPr lang="en-US" sz="1793" b="1" i="0" u="none" strike="noStrike" cap="none">
                  <a:solidFill>
                    <a:srgbClr val="FFFFFF"/>
                  </a:solidFill>
                  <a:latin typeface="Arial"/>
                  <a:ea typeface="Arial"/>
                  <a:cs typeface="Arial"/>
                  <a:sym typeface="Arial"/>
                </a:rPr>
                <a:t>Stakeholder Perspective 2</a:t>
              </a:r>
              <a:endParaRPr/>
            </a:p>
          </p:txBody>
        </p:sp>
      </p:grpSp>
      <p:sp>
        <p:nvSpPr>
          <p:cNvPr id="229" name="Google Shape;229;p20"/>
          <p:cNvSpPr txBox="1"/>
          <p:nvPr/>
        </p:nvSpPr>
        <p:spPr>
          <a:xfrm>
            <a:off x="1028700" y="1902270"/>
            <a:ext cx="7155954" cy="1343752"/>
          </a:xfrm>
          <a:prstGeom prst="rect">
            <a:avLst/>
          </a:prstGeom>
          <a:noFill/>
          <a:ln>
            <a:noFill/>
          </a:ln>
        </p:spPr>
        <p:txBody>
          <a:bodyPr spcFirstLastPara="1" wrap="square" lIns="0" tIns="0" rIns="0" bIns="0" anchor="t" anchorCtr="0">
            <a:spAutoFit/>
          </a:bodyPr>
          <a:lstStyle/>
          <a:p>
            <a:pPr marL="0" marR="0" lvl="0" indent="0" algn="l" rtl="0">
              <a:lnSpc>
                <a:spcPct val="90666"/>
              </a:lnSpc>
              <a:spcBef>
                <a:spcPts val="0"/>
              </a:spcBef>
              <a:spcAft>
                <a:spcPts val="0"/>
              </a:spcAft>
              <a:buNone/>
            </a:pPr>
            <a:endParaRPr sz="1800" b="0" i="0" u="none" strike="noStrike" cap="none">
              <a:solidFill>
                <a:schemeClr val="dk1"/>
              </a:solidFill>
              <a:latin typeface="Calibri"/>
              <a:ea typeface="Calibri"/>
              <a:cs typeface="Calibri"/>
              <a:sym typeface="Calibri"/>
            </a:endParaRPr>
          </a:p>
          <a:p>
            <a:pPr marL="0" marR="0" lvl="0" indent="0" algn="l" rtl="0">
              <a:lnSpc>
                <a:spcPct val="90996"/>
              </a:lnSpc>
              <a:spcBef>
                <a:spcPts val="0"/>
              </a:spcBef>
              <a:spcAft>
                <a:spcPts val="0"/>
              </a:spcAft>
              <a:buNone/>
            </a:pPr>
            <a:r>
              <a:rPr lang="en-US" sz="7597" b="1" i="0" u="none" strike="noStrike" cap="none">
                <a:solidFill>
                  <a:srgbClr val="000000"/>
                </a:solidFill>
                <a:latin typeface="Arial"/>
                <a:ea typeface="Arial"/>
                <a:cs typeface="Arial"/>
                <a:sym typeface="Arial"/>
              </a:rPr>
              <a:t>Solution Flow </a:t>
            </a:r>
            <a:r>
              <a:rPr lang="en-US" sz="7597" b="1" i="0" u="none" strike="noStrike" cap="none">
                <a:solidFill>
                  <a:srgbClr val="1497D6"/>
                </a:solidFill>
                <a:latin typeface="Arial"/>
                <a:ea typeface="Arial"/>
                <a:cs typeface="Arial"/>
                <a:sym typeface="Arial"/>
              </a:rPr>
              <a:t>. </a:t>
            </a:r>
            <a:endParaRPr/>
          </a:p>
          <a:p>
            <a:pPr marL="0" marR="0" lvl="0" indent="0" algn="l" rtl="0">
              <a:lnSpc>
                <a:spcPct val="33052"/>
              </a:lnSpc>
              <a:spcBef>
                <a:spcPts val="0"/>
              </a:spcBef>
              <a:spcAft>
                <a:spcPts val="0"/>
              </a:spcAft>
              <a:buNone/>
            </a:pPr>
            <a:endParaRPr sz="7597" b="1" i="0" u="none" strike="noStrike" cap="none">
              <a:solidFill>
                <a:srgbClr val="1497D6"/>
              </a:solidFill>
              <a:latin typeface="Arial"/>
              <a:ea typeface="Arial"/>
              <a:cs typeface="Arial"/>
              <a:sym typeface="Arial"/>
            </a:endParaRPr>
          </a:p>
        </p:txBody>
      </p:sp>
      <p:pic>
        <p:nvPicPr>
          <p:cNvPr id="3" name="Picture 2">
            <a:extLst>
              <a:ext uri="{FF2B5EF4-FFF2-40B4-BE49-F238E27FC236}">
                <a16:creationId xmlns:a16="http://schemas.microsoft.com/office/drawing/2014/main" id="{20F1DE9B-5B45-B83E-C1EA-7D934384EC16}"/>
              </a:ext>
            </a:extLst>
          </p:cNvPr>
          <p:cNvPicPr>
            <a:picLocks noChangeAspect="1"/>
          </p:cNvPicPr>
          <p:nvPr/>
        </p:nvPicPr>
        <p:blipFill>
          <a:blip r:embed="rId5"/>
          <a:stretch>
            <a:fillRect/>
          </a:stretch>
        </p:blipFill>
        <p:spPr>
          <a:xfrm>
            <a:off x="610160" y="4759065"/>
            <a:ext cx="5589288" cy="5007901"/>
          </a:xfrm>
          <a:prstGeom prst="rect">
            <a:avLst/>
          </a:prstGeom>
        </p:spPr>
      </p:pic>
      <p:pic>
        <p:nvPicPr>
          <p:cNvPr id="5" name="Picture 4">
            <a:extLst>
              <a:ext uri="{FF2B5EF4-FFF2-40B4-BE49-F238E27FC236}">
                <a16:creationId xmlns:a16="http://schemas.microsoft.com/office/drawing/2014/main" id="{41DBF53B-3161-C477-C37F-F2823E326AC5}"/>
              </a:ext>
            </a:extLst>
          </p:cNvPr>
          <p:cNvPicPr>
            <a:picLocks noChangeAspect="1"/>
          </p:cNvPicPr>
          <p:nvPr/>
        </p:nvPicPr>
        <p:blipFill>
          <a:blip r:embed="rId6"/>
          <a:stretch>
            <a:fillRect/>
          </a:stretch>
        </p:blipFill>
        <p:spPr>
          <a:xfrm>
            <a:off x="11689835" y="4759065"/>
            <a:ext cx="5589288" cy="5007901"/>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sp>
        <p:nvSpPr>
          <p:cNvPr id="234" name="Google Shape;234;p21"/>
          <p:cNvSpPr/>
          <p:nvPr/>
        </p:nvSpPr>
        <p:spPr>
          <a:xfrm>
            <a:off x="3333317" y="701930"/>
            <a:ext cx="2743124" cy="653540"/>
          </a:xfrm>
          <a:custGeom>
            <a:avLst/>
            <a:gdLst/>
            <a:ahLst/>
            <a:cxnLst/>
            <a:rect l="l" t="t" r="r" b="b"/>
            <a:pathLst>
              <a:path w="2743124" h="653540" extrusionOk="0">
                <a:moveTo>
                  <a:pt x="0" y="0"/>
                </a:moveTo>
                <a:lnTo>
                  <a:pt x="2743124" y="0"/>
                </a:lnTo>
                <a:lnTo>
                  <a:pt x="2743124" y="653540"/>
                </a:lnTo>
                <a:lnTo>
                  <a:pt x="0" y="653540"/>
                </a:lnTo>
                <a:lnTo>
                  <a:pt x="0" y="0"/>
                </a:lnTo>
                <a:close/>
              </a:path>
            </a:pathLst>
          </a:custGeom>
          <a:blipFill rotWithShape="1">
            <a:blip r:embed="rId3">
              <a:alphaModFix/>
            </a:blip>
            <a:stretch>
              <a:fillRect r="-1381"/>
            </a:stretch>
          </a:blipFill>
          <a:ln>
            <a:noFill/>
          </a:ln>
        </p:spPr>
      </p:sp>
      <p:sp>
        <p:nvSpPr>
          <p:cNvPr id="235" name="Google Shape;235;p21"/>
          <p:cNvSpPr/>
          <p:nvPr/>
        </p:nvSpPr>
        <p:spPr>
          <a:xfrm>
            <a:off x="1028700" y="566709"/>
            <a:ext cx="2045960" cy="923982"/>
          </a:xfrm>
          <a:custGeom>
            <a:avLst/>
            <a:gdLst/>
            <a:ahLst/>
            <a:cxnLst/>
            <a:rect l="l" t="t" r="r" b="b"/>
            <a:pathLst>
              <a:path w="2045960" h="923982" extrusionOk="0">
                <a:moveTo>
                  <a:pt x="0" y="0"/>
                </a:moveTo>
                <a:lnTo>
                  <a:pt x="2045960" y="0"/>
                </a:lnTo>
                <a:lnTo>
                  <a:pt x="2045960" y="923982"/>
                </a:lnTo>
                <a:lnTo>
                  <a:pt x="0" y="923982"/>
                </a:lnTo>
                <a:lnTo>
                  <a:pt x="0" y="0"/>
                </a:lnTo>
                <a:close/>
              </a:path>
            </a:pathLst>
          </a:custGeom>
          <a:blipFill rotWithShape="1">
            <a:blip r:embed="rId4">
              <a:alphaModFix/>
            </a:blip>
            <a:stretch>
              <a:fillRect/>
            </a:stretch>
          </a:blipFill>
          <a:ln>
            <a:noFill/>
          </a:ln>
        </p:spPr>
      </p:sp>
      <p:grpSp>
        <p:nvGrpSpPr>
          <p:cNvPr id="236" name="Google Shape;236;p21"/>
          <p:cNvGrpSpPr/>
          <p:nvPr/>
        </p:nvGrpSpPr>
        <p:grpSpPr>
          <a:xfrm>
            <a:off x="1113756" y="3530943"/>
            <a:ext cx="11698816" cy="1721385"/>
            <a:chOff x="0" y="0"/>
            <a:chExt cx="3081170" cy="453369"/>
          </a:xfrm>
        </p:grpSpPr>
        <p:sp>
          <p:nvSpPr>
            <p:cNvPr id="237" name="Google Shape;237;p21"/>
            <p:cNvSpPr/>
            <p:nvPr/>
          </p:nvSpPr>
          <p:spPr>
            <a:xfrm>
              <a:off x="0" y="0"/>
              <a:ext cx="3081170" cy="453369"/>
            </a:xfrm>
            <a:custGeom>
              <a:avLst/>
              <a:gdLst/>
              <a:ahLst/>
              <a:cxnLst/>
              <a:rect l="l" t="t" r="r" b="b"/>
              <a:pathLst>
                <a:path w="3081170" h="453369" extrusionOk="0">
                  <a:moveTo>
                    <a:pt x="14559" y="0"/>
                  </a:moveTo>
                  <a:lnTo>
                    <a:pt x="3066611" y="0"/>
                  </a:lnTo>
                  <a:cubicBezTo>
                    <a:pt x="3074651" y="0"/>
                    <a:pt x="3081170" y="6518"/>
                    <a:pt x="3081170" y="14559"/>
                  </a:cubicBezTo>
                  <a:lnTo>
                    <a:pt x="3081170" y="438810"/>
                  </a:lnTo>
                  <a:cubicBezTo>
                    <a:pt x="3081170" y="446851"/>
                    <a:pt x="3074651" y="453369"/>
                    <a:pt x="3066611" y="453369"/>
                  </a:cubicBezTo>
                  <a:lnTo>
                    <a:pt x="14559" y="453369"/>
                  </a:lnTo>
                  <a:cubicBezTo>
                    <a:pt x="6518" y="453369"/>
                    <a:pt x="0" y="446851"/>
                    <a:pt x="0" y="438810"/>
                  </a:cubicBezTo>
                  <a:lnTo>
                    <a:pt x="0" y="14559"/>
                  </a:lnTo>
                  <a:cubicBezTo>
                    <a:pt x="0" y="6518"/>
                    <a:pt x="6518" y="0"/>
                    <a:pt x="14559" y="0"/>
                  </a:cubicBezTo>
                  <a:close/>
                </a:path>
              </a:pathLst>
            </a:custGeom>
            <a:solidFill>
              <a:srgbClr val="284B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21"/>
            <p:cNvSpPr txBox="1"/>
            <p:nvPr/>
          </p:nvSpPr>
          <p:spPr>
            <a:xfrm>
              <a:off x="0" y="76200"/>
              <a:ext cx="3081170" cy="377169"/>
            </a:xfrm>
            <a:prstGeom prst="rect">
              <a:avLst/>
            </a:prstGeom>
            <a:noFill/>
            <a:ln>
              <a:noFill/>
            </a:ln>
          </p:spPr>
          <p:txBody>
            <a:bodyPr spcFirstLastPara="1" wrap="square" lIns="50800" tIns="50800" rIns="50800" bIns="50800" anchor="ctr" anchorCtr="0">
              <a:noAutofit/>
            </a:bodyPr>
            <a:lstStyle/>
            <a:p>
              <a:pPr marL="0" marR="0" lvl="0" indent="0" algn="ctr" rtl="0">
                <a:lnSpc>
                  <a:spcPct val="91012"/>
                </a:lnSpc>
                <a:spcBef>
                  <a:spcPts val="0"/>
                </a:spcBef>
                <a:spcAft>
                  <a:spcPts val="0"/>
                </a:spcAft>
                <a:buNone/>
              </a:pPr>
              <a:r>
                <a:rPr lang="en-US" sz="2993" b="1" i="0" u="none" strike="noStrike" cap="none">
                  <a:solidFill>
                    <a:srgbClr val="FEA928"/>
                  </a:solidFill>
                  <a:latin typeface="Arial"/>
                  <a:ea typeface="Arial"/>
                  <a:cs typeface="Arial"/>
                  <a:sym typeface="Arial"/>
                </a:rPr>
                <a:t>Accuracy</a:t>
              </a:r>
              <a:endParaRPr/>
            </a:p>
          </p:txBody>
        </p:sp>
      </p:grpSp>
      <p:sp>
        <p:nvSpPr>
          <p:cNvPr id="239" name="Google Shape;239;p21"/>
          <p:cNvSpPr txBox="1"/>
          <p:nvPr/>
        </p:nvSpPr>
        <p:spPr>
          <a:xfrm>
            <a:off x="1113756" y="1980779"/>
            <a:ext cx="9486007" cy="1192113"/>
          </a:xfrm>
          <a:prstGeom prst="rect">
            <a:avLst/>
          </a:prstGeom>
          <a:noFill/>
          <a:ln>
            <a:noFill/>
          </a:ln>
        </p:spPr>
        <p:txBody>
          <a:bodyPr spcFirstLastPara="1" wrap="square" lIns="0" tIns="0" rIns="0" bIns="0" anchor="t" anchorCtr="0">
            <a:spAutoFit/>
          </a:bodyPr>
          <a:lstStyle/>
          <a:p>
            <a:pPr marL="0" marR="0" lvl="0" indent="0" algn="l" rtl="0">
              <a:lnSpc>
                <a:spcPct val="90666"/>
              </a:lnSpc>
              <a:spcBef>
                <a:spcPts val="0"/>
              </a:spcBef>
              <a:spcAft>
                <a:spcPts val="0"/>
              </a:spcAft>
              <a:buNone/>
            </a:pPr>
            <a:endParaRPr sz="1800" b="0" i="0" u="none" strike="noStrike" cap="none">
              <a:solidFill>
                <a:schemeClr val="dk1"/>
              </a:solidFill>
              <a:latin typeface="Calibri"/>
              <a:ea typeface="Calibri"/>
              <a:cs typeface="Calibri"/>
              <a:sym typeface="Calibri"/>
            </a:endParaRPr>
          </a:p>
          <a:p>
            <a:pPr marL="0" marR="0" lvl="0" indent="0" algn="l" rtl="0">
              <a:lnSpc>
                <a:spcPct val="90996"/>
              </a:lnSpc>
              <a:spcBef>
                <a:spcPts val="0"/>
              </a:spcBef>
              <a:spcAft>
                <a:spcPts val="0"/>
              </a:spcAft>
              <a:buNone/>
            </a:pPr>
            <a:r>
              <a:rPr lang="en-US" sz="7597" b="1" i="0" u="none" strike="noStrike" cap="none">
                <a:solidFill>
                  <a:srgbClr val="000000"/>
                </a:solidFill>
                <a:latin typeface="Arial"/>
                <a:ea typeface="Arial"/>
                <a:cs typeface="Arial"/>
                <a:sym typeface="Arial"/>
              </a:rPr>
              <a:t>Expected Outcome </a:t>
            </a:r>
            <a:r>
              <a:rPr lang="en-US" sz="7597" b="1" i="0" u="none" strike="noStrike" cap="none">
                <a:solidFill>
                  <a:srgbClr val="1497D6"/>
                </a:solidFill>
                <a:latin typeface="Arial"/>
                <a:ea typeface="Arial"/>
                <a:cs typeface="Arial"/>
                <a:sym typeface="Arial"/>
              </a:rPr>
              <a:t>.</a:t>
            </a:r>
            <a:endParaRPr/>
          </a:p>
        </p:txBody>
      </p:sp>
      <p:grpSp>
        <p:nvGrpSpPr>
          <p:cNvPr id="240" name="Google Shape;240;p21"/>
          <p:cNvGrpSpPr/>
          <p:nvPr/>
        </p:nvGrpSpPr>
        <p:grpSpPr>
          <a:xfrm>
            <a:off x="13138436" y="3530943"/>
            <a:ext cx="3687818" cy="1721385"/>
            <a:chOff x="0" y="0"/>
            <a:chExt cx="971277" cy="453369"/>
          </a:xfrm>
        </p:grpSpPr>
        <p:sp>
          <p:nvSpPr>
            <p:cNvPr id="241" name="Google Shape;241;p21"/>
            <p:cNvSpPr/>
            <p:nvPr/>
          </p:nvSpPr>
          <p:spPr>
            <a:xfrm>
              <a:off x="0" y="0"/>
              <a:ext cx="971277" cy="453369"/>
            </a:xfrm>
            <a:custGeom>
              <a:avLst/>
              <a:gdLst/>
              <a:ahLst/>
              <a:cxnLst/>
              <a:rect l="l" t="t" r="r" b="b"/>
              <a:pathLst>
                <a:path w="971277" h="453369" extrusionOk="0">
                  <a:moveTo>
                    <a:pt x="46185" y="0"/>
                  </a:moveTo>
                  <a:lnTo>
                    <a:pt x="925092" y="0"/>
                  </a:lnTo>
                  <a:cubicBezTo>
                    <a:pt x="950599" y="0"/>
                    <a:pt x="971277" y="20678"/>
                    <a:pt x="971277" y="46185"/>
                  </a:cubicBezTo>
                  <a:lnTo>
                    <a:pt x="971277" y="407184"/>
                  </a:lnTo>
                  <a:cubicBezTo>
                    <a:pt x="971277" y="419433"/>
                    <a:pt x="966411" y="431180"/>
                    <a:pt x="957750" y="439842"/>
                  </a:cubicBezTo>
                  <a:cubicBezTo>
                    <a:pt x="949089" y="448503"/>
                    <a:pt x="937341" y="453369"/>
                    <a:pt x="925092" y="453369"/>
                  </a:cubicBezTo>
                  <a:lnTo>
                    <a:pt x="46185" y="453369"/>
                  </a:lnTo>
                  <a:cubicBezTo>
                    <a:pt x="20678" y="453369"/>
                    <a:pt x="0" y="432691"/>
                    <a:pt x="0" y="407184"/>
                  </a:cubicBezTo>
                  <a:lnTo>
                    <a:pt x="0" y="46185"/>
                  </a:lnTo>
                  <a:cubicBezTo>
                    <a:pt x="0" y="20678"/>
                    <a:pt x="20678" y="0"/>
                    <a:pt x="46185" y="0"/>
                  </a:cubicBezTo>
                  <a:close/>
                </a:path>
              </a:pathLst>
            </a:custGeom>
            <a:solidFill>
              <a:srgbClr val="FEA9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21"/>
            <p:cNvSpPr txBox="1"/>
            <p:nvPr/>
          </p:nvSpPr>
          <p:spPr>
            <a:xfrm>
              <a:off x="0" y="76200"/>
              <a:ext cx="971277" cy="377169"/>
            </a:xfrm>
            <a:prstGeom prst="rect">
              <a:avLst/>
            </a:prstGeom>
            <a:noFill/>
            <a:ln>
              <a:noFill/>
            </a:ln>
          </p:spPr>
          <p:txBody>
            <a:bodyPr spcFirstLastPara="1" wrap="square" lIns="50800" tIns="50800" rIns="50800" bIns="50800" anchor="ctr" anchorCtr="0">
              <a:noAutofit/>
            </a:bodyPr>
            <a:lstStyle/>
            <a:p>
              <a:pPr marL="0" marR="0" lvl="0" indent="0" algn="ctr" rtl="0">
                <a:lnSpc>
                  <a:spcPct val="91012"/>
                </a:lnSpc>
                <a:spcBef>
                  <a:spcPts val="0"/>
                </a:spcBef>
                <a:spcAft>
                  <a:spcPts val="0"/>
                </a:spcAft>
                <a:buNone/>
              </a:pPr>
              <a:r>
                <a:rPr lang="en-US" sz="2993" b="1" dirty="0">
                  <a:solidFill>
                    <a:srgbClr val="284B71"/>
                  </a:solidFill>
                </a:rPr>
                <a:t>9</a:t>
              </a:r>
              <a:r>
                <a:rPr lang="en-US" sz="2993" b="1" i="0" u="none" strike="noStrike" cap="none" dirty="0">
                  <a:solidFill>
                    <a:srgbClr val="284B71"/>
                  </a:solidFill>
                  <a:latin typeface="Arial"/>
                  <a:ea typeface="Arial"/>
                  <a:cs typeface="Arial"/>
                  <a:sym typeface="Arial"/>
                </a:rPr>
                <a:t>5%</a:t>
              </a:r>
              <a:endParaRPr dirty="0"/>
            </a:p>
          </p:txBody>
        </p:sp>
      </p:grpSp>
      <p:grpSp>
        <p:nvGrpSpPr>
          <p:cNvPr id="243" name="Google Shape;243;p21"/>
          <p:cNvGrpSpPr/>
          <p:nvPr/>
        </p:nvGrpSpPr>
        <p:grpSpPr>
          <a:xfrm>
            <a:off x="13138436" y="5454569"/>
            <a:ext cx="3687818" cy="1721385"/>
            <a:chOff x="0" y="0"/>
            <a:chExt cx="971277" cy="453369"/>
          </a:xfrm>
        </p:grpSpPr>
        <p:sp>
          <p:nvSpPr>
            <p:cNvPr id="244" name="Google Shape;244;p21"/>
            <p:cNvSpPr/>
            <p:nvPr/>
          </p:nvSpPr>
          <p:spPr>
            <a:xfrm>
              <a:off x="0" y="0"/>
              <a:ext cx="971277" cy="453369"/>
            </a:xfrm>
            <a:custGeom>
              <a:avLst/>
              <a:gdLst/>
              <a:ahLst/>
              <a:cxnLst/>
              <a:rect l="l" t="t" r="r" b="b"/>
              <a:pathLst>
                <a:path w="971277" h="453369" extrusionOk="0">
                  <a:moveTo>
                    <a:pt x="46185" y="0"/>
                  </a:moveTo>
                  <a:lnTo>
                    <a:pt x="925092" y="0"/>
                  </a:lnTo>
                  <a:cubicBezTo>
                    <a:pt x="950599" y="0"/>
                    <a:pt x="971277" y="20678"/>
                    <a:pt x="971277" y="46185"/>
                  </a:cubicBezTo>
                  <a:lnTo>
                    <a:pt x="971277" y="407184"/>
                  </a:lnTo>
                  <a:cubicBezTo>
                    <a:pt x="971277" y="419433"/>
                    <a:pt x="966411" y="431180"/>
                    <a:pt x="957750" y="439842"/>
                  </a:cubicBezTo>
                  <a:cubicBezTo>
                    <a:pt x="949089" y="448503"/>
                    <a:pt x="937341" y="453369"/>
                    <a:pt x="925092" y="453369"/>
                  </a:cubicBezTo>
                  <a:lnTo>
                    <a:pt x="46185" y="453369"/>
                  </a:lnTo>
                  <a:cubicBezTo>
                    <a:pt x="20678" y="453369"/>
                    <a:pt x="0" y="432691"/>
                    <a:pt x="0" y="407184"/>
                  </a:cubicBezTo>
                  <a:lnTo>
                    <a:pt x="0" y="46185"/>
                  </a:lnTo>
                  <a:cubicBezTo>
                    <a:pt x="0" y="20678"/>
                    <a:pt x="20678" y="0"/>
                    <a:pt x="46185" y="0"/>
                  </a:cubicBezTo>
                  <a:close/>
                </a:path>
              </a:pathLst>
            </a:custGeom>
            <a:solidFill>
              <a:srgbClr val="FEA9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21"/>
            <p:cNvSpPr txBox="1"/>
            <p:nvPr/>
          </p:nvSpPr>
          <p:spPr>
            <a:xfrm>
              <a:off x="0" y="76200"/>
              <a:ext cx="971277" cy="377169"/>
            </a:xfrm>
            <a:prstGeom prst="rect">
              <a:avLst/>
            </a:prstGeom>
            <a:noFill/>
            <a:ln>
              <a:noFill/>
            </a:ln>
          </p:spPr>
          <p:txBody>
            <a:bodyPr spcFirstLastPara="1" wrap="square" lIns="50800" tIns="50800" rIns="50800" bIns="50800" anchor="ctr" anchorCtr="0">
              <a:noAutofit/>
            </a:bodyPr>
            <a:lstStyle/>
            <a:p>
              <a:pPr marL="0" marR="0" lvl="0" indent="0" algn="ctr" rtl="0">
                <a:lnSpc>
                  <a:spcPct val="91012"/>
                </a:lnSpc>
                <a:spcBef>
                  <a:spcPts val="0"/>
                </a:spcBef>
                <a:spcAft>
                  <a:spcPts val="0"/>
                </a:spcAft>
                <a:buNone/>
              </a:pPr>
              <a:r>
                <a:rPr lang="en-US" sz="2993" b="1" i="0" u="none" strike="noStrike" cap="none">
                  <a:solidFill>
                    <a:srgbClr val="284B71"/>
                  </a:solidFill>
                  <a:latin typeface="Arial"/>
                  <a:ea typeface="Arial"/>
                  <a:cs typeface="Arial"/>
                  <a:sym typeface="Arial"/>
                </a:rPr>
                <a:t>30 Seconds</a:t>
              </a:r>
              <a:endParaRPr/>
            </a:p>
          </p:txBody>
        </p:sp>
      </p:grpSp>
      <p:grpSp>
        <p:nvGrpSpPr>
          <p:cNvPr id="246" name="Google Shape;246;p21"/>
          <p:cNvGrpSpPr/>
          <p:nvPr/>
        </p:nvGrpSpPr>
        <p:grpSpPr>
          <a:xfrm>
            <a:off x="1113756" y="5461877"/>
            <a:ext cx="11698816" cy="1721385"/>
            <a:chOff x="0" y="0"/>
            <a:chExt cx="3081170" cy="453369"/>
          </a:xfrm>
        </p:grpSpPr>
        <p:sp>
          <p:nvSpPr>
            <p:cNvPr id="247" name="Google Shape;247;p21"/>
            <p:cNvSpPr/>
            <p:nvPr/>
          </p:nvSpPr>
          <p:spPr>
            <a:xfrm>
              <a:off x="0" y="0"/>
              <a:ext cx="3081170" cy="453369"/>
            </a:xfrm>
            <a:custGeom>
              <a:avLst/>
              <a:gdLst/>
              <a:ahLst/>
              <a:cxnLst/>
              <a:rect l="l" t="t" r="r" b="b"/>
              <a:pathLst>
                <a:path w="3081170" h="453369" extrusionOk="0">
                  <a:moveTo>
                    <a:pt x="14559" y="0"/>
                  </a:moveTo>
                  <a:lnTo>
                    <a:pt x="3066611" y="0"/>
                  </a:lnTo>
                  <a:cubicBezTo>
                    <a:pt x="3074651" y="0"/>
                    <a:pt x="3081170" y="6518"/>
                    <a:pt x="3081170" y="14559"/>
                  </a:cubicBezTo>
                  <a:lnTo>
                    <a:pt x="3081170" y="438810"/>
                  </a:lnTo>
                  <a:cubicBezTo>
                    <a:pt x="3081170" y="446851"/>
                    <a:pt x="3074651" y="453369"/>
                    <a:pt x="3066611" y="453369"/>
                  </a:cubicBezTo>
                  <a:lnTo>
                    <a:pt x="14559" y="453369"/>
                  </a:lnTo>
                  <a:cubicBezTo>
                    <a:pt x="6518" y="453369"/>
                    <a:pt x="0" y="446851"/>
                    <a:pt x="0" y="438810"/>
                  </a:cubicBezTo>
                  <a:lnTo>
                    <a:pt x="0" y="14559"/>
                  </a:lnTo>
                  <a:cubicBezTo>
                    <a:pt x="0" y="6518"/>
                    <a:pt x="6518" y="0"/>
                    <a:pt x="14559" y="0"/>
                  </a:cubicBezTo>
                  <a:close/>
                </a:path>
              </a:pathLst>
            </a:custGeom>
            <a:solidFill>
              <a:srgbClr val="284B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21"/>
            <p:cNvSpPr txBox="1"/>
            <p:nvPr/>
          </p:nvSpPr>
          <p:spPr>
            <a:xfrm>
              <a:off x="0" y="76200"/>
              <a:ext cx="3081170" cy="377169"/>
            </a:xfrm>
            <a:prstGeom prst="rect">
              <a:avLst/>
            </a:prstGeom>
            <a:noFill/>
            <a:ln>
              <a:noFill/>
            </a:ln>
          </p:spPr>
          <p:txBody>
            <a:bodyPr spcFirstLastPara="1" wrap="square" lIns="50800" tIns="50800" rIns="50800" bIns="50800" anchor="ctr" anchorCtr="0">
              <a:noAutofit/>
            </a:bodyPr>
            <a:lstStyle/>
            <a:p>
              <a:pPr marL="0" marR="0" lvl="0" indent="0" algn="ctr" rtl="0">
                <a:lnSpc>
                  <a:spcPct val="91012"/>
                </a:lnSpc>
                <a:spcBef>
                  <a:spcPts val="0"/>
                </a:spcBef>
                <a:spcAft>
                  <a:spcPts val="0"/>
                </a:spcAft>
                <a:buNone/>
              </a:pPr>
              <a:r>
                <a:rPr lang="en-US" sz="2993" b="1" i="0" u="none" strike="noStrike" cap="none">
                  <a:solidFill>
                    <a:srgbClr val="FEA928"/>
                  </a:solidFill>
                  <a:latin typeface="Arial"/>
                  <a:ea typeface="Arial"/>
                  <a:cs typeface="Arial"/>
                  <a:sym typeface="Arial"/>
                </a:rPr>
                <a:t>Sends alert in </a:t>
              </a:r>
              <a:endParaRPr/>
            </a:p>
          </p:txBody>
        </p:sp>
      </p:grpSp>
      <p:grpSp>
        <p:nvGrpSpPr>
          <p:cNvPr id="249" name="Google Shape;249;p21"/>
          <p:cNvGrpSpPr/>
          <p:nvPr/>
        </p:nvGrpSpPr>
        <p:grpSpPr>
          <a:xfrm>
            <a:off x="13138436" y="7392812"/>
            <a:ext cx="3687818" cy="1721385"/>
            <a:chOff x="0" y="0"/>
            <a:chExt cx="971277" cy="453369"/>
          </a:xfrm>
        </p:grpSpPr>
        <p:sp>
          <p:nvSpPr>
            <p:cNvPr id="250" name="Google Shape;250;p21"/>
            <p:cNvSpPr/>
            <p:nvPr/>
          </p:nvSpPr>
          <p:spPr>
            <a:xfrm>
              <a:off x="0" y="0"/>
              <a:ext cx="971277" cy="453369"/>
            </a:xfrm>
            <a:custGeom>
              <a:avLst/>
              <a:gdLst/>
              <a:ahLst/>
              <a:cxnLst/>
              <a:rect l="l" t="t" r="r" b="b"/>
              <a:pathLst>
                <a:path w="971277" h="453369" extrusionOk="0">
                  <a:moveTo>
                    <a:pt x="46185" y="0"/>
                  </a:moveTo>
                  <a:lnTo>
                    <a:pt x="925092" y="0"/>
                  </a:lnTo>
                  <a:cubicBezTo>
                    <a:pt x="950599" y="0"/>
                    <a:pt x="971277" y="20678"/>
                    <a:pt x="971277" y="46185"/>
                  </a:cubicBezTo>
                  <a:lnTo>
                    <a:pt x="971277" y="407184"/>
                  </a:lnTo>
                  <a:cubicBezTo>
                    <a:pt x="971277" y="419433"/>
                    <a:pt x="966411" y="431180"/>
                    <a:pt x="957750" y="439842"/>
                  </a:cubicBezTo>
                  <a:cubicBezTo>
                    <a:pt x="949089" y="448503"/>
                    <a:pt x="937341" y="453369"/>
                    <a:pt x="925092" y="453369"/>
                  </a:cubicBezTo>
                  <a:lnTo>
                    <a:pt x="46185" y="453369"/>
                  </a:lnTo>
                  <a:cubicBezTo>
                    <a:pt x="20678" y="453369"/>
                    <a:pt x="0" y="432691"/>
                    <a:pt x="0" y="407184"/>
                  </a:cubicBezTo>
                  <a:lnTo>
                    <a:pt x="0" y="46185"/>
                  </a:lnTo>
                  <a:cubicBezTo>
                    <a:pt x="0" y="20678"/>
                    <a:pt x="20678" y="0"/>
                    <a:pt x="46185" y="0"/>
                  </a:cubicBezTo>
                  <a:close/>
                </a:path>
              </a:pathLst>
            </a:custGeom>
            <a:solidFill>
              <a:srgbClr val="FEA9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21"/>
            <p:cNvSpPr txBox="1"/>
            <p:nvPr/>
          </p:nvSpPr>
          <p:spPr>
            <a:xfrm>
              <a:off x="0" y="76200"/>
              <a:ext cx="971277" cy="377169"/>
            </a:xfrm>
            <a:prstGeom prst="rect">
              <a:avLst/>
            </a:prstGeom>
            <a:noFill/>
            <a:ln>
              <a:noFill/>
            </a:ln>
          </p:spPr>
          <p:txBody>
            <a:bodyPr spcFirstLastPara="1" wrap="square" lIns="50800" tIns="50800" rIns="50800" bIns="50800" anchor="ctr" anchorCtr="0">
              <a:noAutofit/>
            </a:bodyPr>
            <a:lstStyle/>
            <a:p>
              <a:pPr marL="0" marR="0" lvl="0" indent="0" algn="ctr" rtl="0">
                <a:lnSpc>
                  <a:spcPct val="91012"/>
                </a:lnSpc>
                <a:spcBef>
                  <a:spcPts val="0"/>
                </a:spcBef>
                <a:spcAft>
                  <a:spcPts val="0"/>
                </a:spcAft>
                <a:buNone/>
              </a:pPr>
              <a:r>
                <a:rPr lang="en-US" sz="2993" b="1" i="0" u="none" strike="noStrike" cap="none">
                  <a:solidFill>
                    <a:srgbClr val="284B71"/>
                  </a:solidFill>
                  <a:latin typeface="Arial"/>
                  <a:ea typeface="Arial"/>
                  <a:cs typeface="Arial"/>
                  <a:sym typeface="Arial"/>
                </a:rPr>
                <a:t>Estimatted Score</a:t>
              </a:r>
              <a:endParaRPr/>
            </a:p>
          </p:txBody>
        </p:sp>
      </p:grpSp>
      <p:grpSp>
        <p:nvGrpSpPr>
          <p:cNvPr id="252" name="Google Shape;252;p21"/>
          <p:cNvGrpSpPr/>
          <p:nvPr/>
        </p:nvGrpSpPr>
        <p:grpSpPr>
          <a:xfrm>
            <a:off x="1113756" y="7400121"/>
            <a:ext cx="11698816" cy="1721385"/>
            <a:chOff x="0" y="0"/>
            <a:chExt cx="3081170" cy="453369"/>
          </a:xfrm>
        </p:grpSpPr>
        <p:sp>
          <p:nvSpPr>
            <p:cNvPr id="253" name="Google Shape;253;p21"/>
            <p:cNvSpPr/>
            <p:nvPr/>
          </p:nvSpPr>
          <p:spPr>
            <a:xfrm>
              <a:off x="0" y="0"/>
              <a:ext cx="3081170" cy="453369"/>
            </a:xfrm>
            <a:custGeom>
              <a:avLst/>
              <a:gdLst/>
              <a:ahLst/>
              <a:cxnLst/>
              <a:rect l="l" t="t" r="r" b="b"/>
              <a:pathLst>
                <a:path w="3081170" h="453369" extrusionOk="0">
                  <a:moveTo>
                    <a:pt x="14559" y="0"/>
                  </a:moveTo>
                  <a:lnTo>
                    <a:pt x="3066611" y="0"/>
                  </a:lnTo>
                  <a:cubicBezTo>
                    <a:pt x="3074651" y="0"/>
                    <a:pt x="3081170" y="6518"/>
                    <a:pt x="3081170" y="14559"/>
                  </a:cubicBezTo>
                  <a:lnTo>
                    <a:pt x="3081170" y="438810"/>
                  </a:lnTo>
                  <a:cubicBezTo>
                    <a:pt x="3081170" y="446851"/>
                    <a:pt x="3074651" y="453369"/>
                    <a:pt x="3066611" y="453369"/>
                  </a:cubicBezTo>
                  <a:lnTo>
                    <a:pt x="14559" y="453369"/>
                  </a:lnTo>
                  <a:cubicBezTo>
                    <a:pt x="6518" y="453369"/>
                    <a:pt x="0" y="446851"/>
                    <a:pt x="0" y="438810"/>
                  </a:cubicBezTo>
                  <a:lnTo>
                    <a:pt x="0" y="14559"/>
                  </a:lnTo>
                  <a:cubicBezTo>
                    <a:pt x="0" y="6518"/>
                    <a:pt x="6518" y="0"/>
                    <a:pt x="14559" y="0"/>
                  </a:cubicBezTo>
                  <a:close/>
                </a:path>
              </a:pathLst>
            </a:custGeom>
            <a:solidFill>
              <a:srgbClr val="284B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21"/>
            <p:cNvSpPr txBox="1"/>
            <p:nvPr/>
          </p:nvSpPr>
          <p:spPr>
            <a:xfrm>
              <a:off x="0" y="76200"/>
              <a:ext cx="3081170" cy="377169"/>
            </a:xfrm>
            <a:prstGeom prst="rect">
              <a:avLst/>
            </a:prstGeom>
            <a:noFill/>
            <a:ln>
              <a:noFill/>
            </a:ln>
          </p:spPr>
          <p:txBody>
            <a:bodyPr spcFirstLastPara="1" wrap="square" lIns="50800" tIns="50800" rIns="50800" bIns="50800" anchor="ctr" anchorCtr="0">
              <a:noAutofit/>
            </a:bodyPr>
            <a:lstStyle/>
            <a:p>
              <a:pPr marL="0" marR="0" lvl="0" indent="0" algn="ctr" rtl="0">
                <a:lnSpc>
                  <a:spcPct val="91012"/>
                </a:lnSpc>
                <a:spcBef>
                  <a:spcPts val="0"/>
                </a:spcBef>
                <a:spcAft>
                  <a:spcPts val="0"/>
                </a:spcAft>
                <a:buNone/>
              </a:pPr>
              <a:r>
                <a:rPr lang="en-US" sz="2993" b="1" i="0" u="none" strike="noStrike" cap="none">
                  <a:solidFill>
                    <a:srgbClr val="FEA928"/>
                  </a:solidFill>
                  <a:latin typeface="Arial"/>
                  <a:ea typeface="Arial"/>
                  <a:cs typeface="Arial"/>
                  <a:sym typeface="Arial"/>
                </a:rPr>
                <a:t>Other Parameter</a:t>
              </a:r>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59" name="Google Shape;259;p22"/>
          <p:cNvSpPr/>
          <p:nvPr/>
        </p:nvSpPr>
        <p:spPr>
          <a:xfrm>
            <a:off x="3333317" y="701930"/>
            <a:ext cx="2743124" cy="653540"/>
          </a:xfrm>
          <a:custGeom>
            <a:avLst/>
            <a:gdLst/>
            <a:ahLst/>
            <a:cxnLst/>
            <a:rect l="l" t="t" r="r" b="b"/>
            <a:pathLst>
              <a:path w="2743124" h="653540" extrusionOk="0">
                <a:moveTo>
                  <a:pt x="0" y="0"/>
                </a:moveTo>
                <a:lnTo>
                  <a:pt x="2743124" y="0"/>
                </a:lnTo>
                <a:lnTo>
                  <a:pt x="2743124" y="653540"/>
                </a:lnTo>
                <a:lnTo>
                  <a:pt x="0" y="653540"/>
                </a:lnTo>
                <a:lnTo>
                  <a:pt x="0" y="0"/>
                </a:lnTo>
                <a:close/>
              </a:path>
            </a:pathLst>
          </a:custGeom>
          <a:blipFill rotWithShape="1">
            <a:blip r:embed="rId3">
              <a:alphaModFix/>
            </a:blip>
            <a:stretch>
              <a:fillRect r="-1380"/>
            </a:stretch>
          </a:blipFill>
          <a:ln>
            <a:noFill/>
          </a:ln>
        </p:spPr>
      </p:sp>
      <p:sp>
        <p:nvSpPr>
          <p:cNvPr id="260" name="Google Shape;260;p22"/>
          <p:cNvSpPr/>
          <p:nvPr/>
        </p:nvSpPr>
        <p:spPr>
          <a:xfrm>
            <a:off x="1028700" y="566709"/>
            <a:ext cx="2045960" cy="923982"/>
          </a:xfrm>
          <a:custGeom>
            <a:avLst/>
            <a:gdLst/>
            <a:ahLst/>
            <a:cxnLst/>
            <a:rect l="l" t="t" r="r" b="b"/>
            <a:pathLst>
              <a:path w="2045960" h="923982" extrusionOk="0">
                <a:moveTo>
                  <a:pt x="0" y="0"/>
                </a:moveTo>
                <a:lnTo>
                  <a:pt x="2045960" y="0"/>
                </a:lnTo>
                <a:lnTo>
                  <a:pt x="2045960" y="923982"/>
                </a:lnTo>
                <a:lnTo>
                  <a:pt x="0" y="923982"/>
                </a:lnTo>
                <a:lnTo>
                  <a:pt x="0" y="0"/>
                </a:lnTo>
                <a:close/>
              </a:path>
            </a:pathLst>
          </a:custGeom>
          <a:blipFill rotWithShape="1">
            <a:blip r:embed="rId4">
              <a:alphaModFix/>
            </a:blip>
            <a:stretch>
              <a:fillRect/>
            </a:stretch>
          </a:blipFill>
          <a:ln>
            <a:noFill/>
          </a:ln>
        </p:spPr>
      </p:sp>
      <p:grpSp>
        <p:nvGrpSpPr>
          <p:cNvPr id="261" name="Google Shape;261;p22"/>
          <p:cNvGrpSpPr/>
          <p:nvPr/>
        </p:nvGrpSpPr>
        <p:grpSpPr>
          <a:xfrm>
            <a:off x="1113756" y="3530943"/>
            <a:ext cx="11699388" cy="1721397"/>
            <a:chOff x="0" y="0"/>
            <a:chExt cx="3081300" cy="453369"/>
          </a:xfrm>
        </p:grpSpPr>
        <p:sp>
          <p:nvSpPr>
            <p:cNvPr id="262" name="Google Shape;262;p22"/>
            <p:cNvSpPr/>
            <p:nvPr/>
          </p:nvSpPr>
          <p:spPr>
            <a:xfrm>
              <a:off x="0" y="0"/>
              <a:ext cx="3081170" cy="453369"/>
            </a:xfrm>
            <a:custGeom>
              <a:avLst/>
              <a:gdLst/>
              <a:ahLst/>
              <a:cxnLst/>
              <a:rect l="l" t="t" r="r" b="b"/>
              <a:pathLst>
                <a:path w="3081170" h="453369" extrusionOk="0">
                  <a:moveTo>
                    <a:pt x="14559" y="0"/>
                  </a:moveTo>
                  <a:lnTo>
                    <a:pt x="3066611" y="0"/>
                  </a:lnTo>
                  <a:cubicBezTo>
                    <a:pt x="3074651" y="0"/>
                    <a:pt x="3081170" y="6518"/>
                    <a:pt x="3081170" y="14559"/>
                  </a:cubicBezTo>
                  <a:lnTo>
                    <a:pt x="3081170" y="438810"/>
                  </a:lnTo>
                  <a:cubicBezTo>
                    <a:pt x="3081170" y="446851"/>
                    <a:pt x="3074651" y="453369"/>
                    <a:pt x="3066611" y="453369"/>
                  </a:cubicBezTo>
                  <a:lnTo>
                    <a:pt x="14559" y="453369"/>
                  </a:lnTo>
                  <a:cubicBezTo>
                    <a:pt x="6518" y="453369"/>
                    <a:pt x="0" y="446851"/>
                    <a:pt x="0" y="438810"/>
                  </a:cubicBezTo>
                  <a:lnTo>
                    <a:pt x="0" y="14559"/>
                  </a:lnTo>
                  <a:cubicBezTo>
                    <a:pt x="0" y="6518"/>
                    <a:pt x="6518" y="0"/>
                    <a:pt x="14559" y="0"/>
                  </a:cubicBezTo>
                  <a:close/>
                </a:path>
              </a:pathLst>
            </a:custGeom>
            <a:solidFill>
              <a:srgbClr val="284B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22"/>
            <p:cNvSpPr txBox="1"/>
            <p:nvPr/>
          </p:nvSpPr>
          <p:spPr>
            <a:xfrm>
              <a:off x="0" y="76200"/>
              <a:ext cx="3081300" cy="377100"/>
            </a:xfrm>
            <a:prstGeom prst="rect">
              <a:avLst/>
            </a:prstGeom>
            <a:noFill/>
            <a:ln>
              <a:noFill/>
            </a:ln>
          </p:spPr>
          <p:txBody>
            <a:bodyPr spcFirstLastPara="1" wrap="square" lIns="50800" tIns="50800" rIns="50800" bIns="50800" anchor="ctr" anchorCtr="0">
              <a:noAutofit/>
            </a:bodyPr>
            <a:lstStyle/>
            <a:p>
              <a:pPr marL="0" marR="0" lvl="0" indent="0" algn="ctr" rtl="0">
                <a:lnSpc>
                  <a:spcPct val="91012"/>
                </a:lnSpc>
                <a:spcBef>
                  <a:spcPts val="0"/>
                </a:spcBef>
                <a:spcAft>
                  <a:spcPts val="0"/>
                </a:spcAft>
                <a:buNone/>
              </a:pPr>
              <a:r>
                <a:rPr lang="en-US" sz="2993" b="1" i="0" u="none" strike="noStrike" cap="none">
                  <a:solidFill>
                    <a:srgbClr val="FEA928"/>
                  </a:solidFill>
                  <a:latin typeface="Arial"/>
                  <a:ea typeface="Arial"/>
                  <a:cs typeface="Arial"/>
                  <a:sym typeface="Arial"/>
                </a:rPr>
                <a:t>Accuracy</a:t>
              </a:r>
              <a:endParaRPr/>
            </a:p>
          </p:txBody>
        </p:sp>
      </p:grpSp>
      <p:sp>
        <p:nvSpPr>
          <p:cNvPr id="264" name="Google Shape;264;p22"/>
          <p:cNvSpPr txBox="1"/>
          <p:nvPr/>
        </p:nvSpPr>
        <p:spPr>
          <a:xfrm>
            <a:off x="1113756" y="1980779"/>
            <a:ext cx="9486000" cy="1315200"/>
          </a:xfrm>
          <a:prstGeom prst="rect">
            <a:avLst/>
          </a:prstGeom>
          <a:noFill/>
          <a:ln>
            <a:noFill/>
          </a:ln>
        </p:spPr>
        <p:txBody>
          <a:bodyPr spcFirstLastPara="1" wrap="square" lIns="0" tIns="0" rIns="0" bIns="0" anchor="t" anchorCtr="0">
            <a:spAutoFit/>
          </a:bodyPr>
          <a:lstStyle/>
          <a:p>
            <a:pPr marL="0" marR="0" lvl="0" indent="0" algn="l" rtl="0">
              <a:lnSpc>
                <a:spcPct val="90666"/>
              </a:lnSpc>
              <a:spcBef>
                <a:spcPts val="0"/>
              </a:spcBef>
              <a:spcAft>
                <a:spcPts val="0"/>
              </a:spcAft>
              <a:buNone/>
            </a:pPr>
            <a:endParaRPr sz="1800" b="0" i="0" u="none" strike="noStrike" cap="none">
              <a:solidFill>
                <a:schemeClr val="dk1"/>
              </a:solidFill>
              <a:latin typeface="Calibri"/>
              <a:ea typeface="Calibri"/>
              <a:cs typeface="Calibri"/>
              <a:sym typeface="Calibri"/>
            </a:endParaRPr>
          </a:p>
          <a:p>
            <a:pPr marL="0" marR="0" lvl="0" indent="0" algn="l" rtl="0">
              <a:lnSpc>
                <a:spcPct val="90996"/>
              </a:lnSpc>
              <a:spcBef>
                <a:spcPts val="0"/>
              </a:spcBef>
              <a:spcAft>
                <a:spcPts val="0"/>
              </a:spcAft>
              <a:buNone/>
            </a:pPr>
            <a:r>
              <a:rPr lang="en-US" sz="7597" b="1"/>
              <a:t>Actual </a:t>
            </a:r>
            <a:r>
              <a:rPr lang="en-US" sz="7597" b="1" i="0" u="none" strike="noStrike" cap="none">
                <a:solidFill>
                  <a:srgbClr val="000000"/>
                </a:solidFill>
                <a:latin typeface="Arial"/>
                <a:ea typeface="Arial"/>
                <a:cs typeface="Arial"/>
                <a:sym typeface="Arial"/>
              </a:rPr>
              <a:t>Outcome </a:t>
            </a:r>
            <a:r>
              <a:rPr lang="en-US" sz="7597" b="1" i="0" u="none" strike="noStrike" cap="none">
                <a:solidFill>
                  <a:srgbClr val="1497D6"/>
                </a:solidFill>
                <a:latin typeface="Arial"/>
                <a:ea typeface="Arial"/>
                <a:cs typeface="Arial"/>
                <a:sym typeface="Arial"/>
              </a:rPr>
              <a:t>.</a:t>
            </a:r>
            <a:endParaRPr/>
          </a:p>
        </p:txBody>
      </p:sp>
      <p:grpSp>
        <p:nvGrpSpPr>
          <p:cNvPr id="265" name="Google Shape;265;p22"/>
          <p:cNvGrpSpPr/>
          <p:nvPr/>
        </p:nvGrpSpPr>
        <p:grpSpPr>
          <a:xfrm>
            <a:off x="13138436" y="3530943"/>
            <a:ext cx="3688309" cy="1721397"/>
            <a:chOff x="0" y="0"/>
            <a:chExt cx="971400" cy="453369"/>
          </a:xfrm>
        </p:grpSpPr>
        <p:sp>
          <p:nvSpPr>
            <p:cNvPr id="266" name="Google Shape;266;p22"/>
            <p:cNvSpPr/>
            <p:nvPr/>
          </p:nvSpPr>
          <p:spPr>
            <a:xfrm>
              <a:off x="0" y="0"/>
              <a:ext cx="971277" cy="453369"/>
            </a:xfrm>
            <a:custGeom>
              <a:avLst/>
              <a:gdLst/>
              <a:ahLst/>
              <a:cxnLst/>
              <a:rect l="l" t="t" r="r" b="b"/>
              <a:pathLst>
                <a:path w="971277" h="453369" extrusionOk="0">
                  <a:moveTo>
                    <a:pt x="46185" y="0"/>
                  </a:moveTo>
                  <a:lnTo>
                    <a:pt x="925092" y="0"/>
                  </a:lnTo>
                  <a:cubicBezTo>
                    <a:pt x="950599" y="0"/>
                    <a:pt x="971277" y="20678"/>
                    <a:pt x="971277" y="46185"/>
                  </a:cubicBezTo>
                  <a:lnTo>
                    <a:pt x="971277" y="407184"/>
                  </a:lnTo>
                  <a:cubicBezTo>
                    <a:pt x="971277" y="419433"/>
                    <a:pt x="966411" y="431180"/>
                    <a:pt x="957750" y="439842"/>
                  </a:cubicBezTo>
                  <a:cubicBezTo>
                    <a:pt x="949089" y="448503"/>
                    <a:pt x="937341" y="453369"/>
                    <a:pt x="925092" y="453369"/>
                  </a:cubicBezTo>
                  <a:lnTo>
                    <a:pt x="46185" y="453369"/>
                  </a:lnTo>
                  <a:cubicBezTo>
                    <a:pt x="20678" y="453369"/>
                    <a:pt x="0" y="432691"/>
                    <a:pt x="0" y="407184"/>
                  </a:cubicBezTo>
                  <a:lnTo>
                    <a:pt x="0" y="46185"/>
                  </a:lnTo>
                  <a:cubicBezTo>
                    <a:pt x="0" y="20678"/>
                    <a:pt x="20678" y="0"/>
                    <a:pt x="46185" y="0"/>
                  </a:cubicBezTo>
                  <a:close/>
                </a:path>
              </a:pathLst>
            </a:custGeom>
            <a:solidFill>
              <a:srgbClr val="FEA9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22"/>
            <p:cNvSpPr txBox="1"/>
            <p:nvPr/>
          </p:nvSpPr>
          <p:spPr>
            <a:xfrm>
              <a:off x="0" y="76200"/>
              <a:ext cx="971400" cy="377100"/>
            </a:xfrm>
            <a:prstGeom prst="rect">
              <a:avLst/>
            </a:prstGeom>
            <a:noFill/>
            <a:ln>
              <a:noFill/>
            </a:ln>
          </p:spPr>
          <p:txBody>
            <a:bodyPr spcFirstLastPara="1" wrap="square" lIns="50800" tIns="50800" rIns="50800" bIns="50800" anchor="ctr" anchorCtr="0">
              <a:noAutofit/>
            </a:bodyPr>
            <a:lstStyle/>
            <a:p>
              <a:pPr marL="0" marR="0" lvl="0" indent="0" algn="ctr" rtl="0">
                <a:lnSpc>
                  <a:spcPct val="91012"/>
                </a:lnSpc>
                <a:spcBef>
                  <a:spcPts val="0"/>
                </a:spcBef>
                <a:spcAft>
                  <a:spcPts val="0"/>
                </a:spcAft>
                <a:buNone/>
              </a:pPr>
              <a:r>
                <a:rPr lang="en-US" sz="2993" b="1" i="0" u="none" strike="noStrike" cap="none">
                  <a:solidFill>
                    <a:srgbClr val="284B71"/>
                  </a:solidFill>
                  <a:latin typeface="Arial"/>
                  <a:ea typeface="Arial"/>
                  <a:cs typeface="Arial"/>
                  <a:sym typeface="Arial"/>
                </a:rPr>
                <a:t>85%</a:t>
              </a:r>
              <a:endParaRPr/>
            </a:p>
          </p:txBody>
        </p:sp>
      </p:grpSp>
      <p:grpSp>
        <p:nvGrpSpPr>
          <p:cNvPr id="268" name="Google Shape;268;p22"/>
          <p:cNvGrpSpPr/>
          <p:nvPr/>
        </p:nvGrpSpPr>
        <p:grpSpPr>
          <a:xfrm>
            <a:off x="13138436" y="5454569"/>
            <a:ext cx="3688309" cy="1721397"/>
            <a:chOff x="0" y="0"/>
            <a:chExt cx="971400" cy="453369"/>
          </a:xfrm>
        </p:grpSpPr>
        <p:sp>
          <p:nvSpPr>
            <p:cNvPr id="269" name="Google Shape;269;p22"/>
            <p:cNvSpPr/>
            <p:nvPr/>
          </p:nvSpPr>
          <p:spPr>
            <a:xfrm>
              <a:off x="0" y="0"/>
              <a:ext cx="971277" cy="453369"/>
            </a:xfrm>
            <a:custGeom>
              <a:avLst/>
              <a:gdLst/>
              <a:ahLst/>
              <a:cxnLst/>
              <a:rect l="l" t="t" r="r" b="b"/>
              <a:pathLst>
                <a:path w="971277" h="453369" extrusionOk="0">
                  <a:moveTo>
                    <a:pt x="46185" y="0"/>
                  </a:moveTo>
                  <a:lnTo>
                    <a:pt x="925092" y="0"/>
                  </a:lnTo>
                  <a:cubicBezTo>
                    <a:pt x="950599" y="0"/>
                    <a:pt x="971277" y="20678"/>
                    <a:pt x="971277" y="46185"/>
                  </a:cubicBezTo>
                  <a:lnTo>
                    <a:pt x="971277" y="407184"/>
                  </a:lnTo>
                  <a:cubicBezTo>
                    <a:pt x="971277" y="419433"/>
                    <a:pt x="966411" y="431180"/>
                    <a:pt x="957750" y="439842"/>
                  </a:cubicBezTo>
                  <a:cubicBezTo>
                    <a:pt x="949089" y="448503"/>
                    <a:pt x="937341" y="453369"/>
                    <a:pt x="925092" y="453369"/>
                  </a:cubicBezTo>
                  <a:lnTo>
                    <a:pt x="46185" y="453369"/>
                  </a:lnTo>
                  <a:cubicBezTo>
                    <a:pt x="20678" y="453369"/>
                    <a:pt x="0" y="432691"/>
                    <a:pt x="0" y="407184"/>
                  </a:cubicBezTo>
                  <a:lnTo>
                    <a:pt x="0" y="46185"/>
                  </a:lnTo>
                  <a:cubicBezTo>
                    <a:pt x="0" y="20678"/>
                    <a:pt x="20678" y="0"/>
                    <a:pt x="46185" y="0"/>
                  </a:cubicBezTo>
                  <a:close/>
                </a:path>
              </a:pathLst>
            </a:custGeom>
            <a:solidFill>
              <a:srgbClr val="FEA9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22"/>
            <p:cNvSpPr txBox="1"/>
            <p:nvPr/>
          </p:nvSpPr>
          <p:spPr>
            <a:xfrm>
              <a:off x="0" y="76200"/>
              <a:ext cx="971400" cy="377100"/>
            </a:xfrm>
            <a:prstGeom prst="rect">
              <a:avLst/>
            </a:prstGeom>
            <a:noFill/>
            <a:ln>
              <a:noFill/>
            </a:ln>
          </p:spPr>
          <p:txBody>
            <a:bodyPr spcFirstLastPara="1" wrap="square" lIns="50800" tIns="50800" rIns="50800" bIns="50800" anchor="ctr" anchorCtr="0">
              <a:noAutofit/>
            </a:bodyPr>
            <a:lstStyle/>
            <a:p>
              <a:pPr marL="0" marR="0" lvl="0" indent="0" algn="ctr" rtl="0">
                <a:lnSpc>
                  <a:spcPct val="91012"/>
                </a:lnSpc>
                <a:spcBef>
                  <a:spcPts val="0"/>
                </a:spcBef>
                <a:spcAft>
                  <a:spcPts val="0"/>
                </a:spcAft>
                <a:buNone/>
              </a:pPr>
              <a:r>
                <a:rPr lang="en-US" sz="2993" b="1" i="0" u="none" strike="noStrike" cap="none">
                  <a:solidFill>
                    <a:srgbClr val="284B71"/>
                  </a:solidFill>
                  <a:latin typeface="Arial"/>
                  <a:ea typeface="Arial"/>
                  <a:cs typeface="Arial"/>
                  <a:sym typeface="Arial"/>
                </a:rPr>
                <a:t>30 Seconds</a:t>
              </a:r>
              <a:endParaRPr/>
            </a:p>
          </p:txBody>
        </p:sp>
      </p:grpSp>
      <p:grpSp>
        <p:nvGrpSpPr>
          <p:cNvPr id="271" name="Google Shape;271;p22"/>
          <p:cNvGrpSpPr/>
          <p:nvPr/>
        </p:nvGrpSpPr>
        <p:grpSpPr>
          <a:xfrm>
            <a:off x="1113756" y="5461877"/>
            <a:ext cx="11699388" cy="1721397"/>
            <a:chOff x="0" y="0"/>
            <a:chExt cx="3081300" cy="453369"/>
          </a:xfrm>
        </p:grpSpPr>
        <p:sp>
          <p:nvSpPr>
            <p:cNvPr id="272" name="Google Shape;272;p22"/>
            <p:cNvSpPr/>
            <p:nvPr/>
          </p:nvSpPr>
          <p:spPr>
            <a:xfrm>
              <a:off x="0" y="0"/>
              <a:ext cx="3081170" cy="453369"/>
            </a:xfrm>
            <a:custGeom>
              <a:avLst/>
              <a:gdLst/>
              <a:ahLst/>
              <a:cxnLst/>
              <a:rect l="l" t="t" r="r" b="b"/>
              <a:pathLst>
                <a:path w="3081170" h="453369" extrusionOk="0">
                  <a:moveTo>
                    <a:pt x="14559" y="0"/>
                  </a:moveTo>
                  <a:lnTo>
                    <a:pt x="3066611" y="0"/>
                  </a:lnTo>
                  <a:cubicBezTo>
                    <a:pt x="3074651" y="0"/>
                    <a:pt x="3081170" y="6518"/>
                    <a:pt x="3081170" y="14559"/>
                  </a:cubicBezTo>
                  <a:lnTo>
                    <a:pt x="3081170" y="438810"/>
                  </a:lnTo>
                  <a:cubicBezTo>
                    <a:pt x="3081170" y="446851"/>
                    <a:pt x="3074651" y="453369"/>
                    <a:pt x="3066611" y="453369"/>
                  </a:cubicBezTo>
                  <a:lnTo>
                    <a:pt x="14559" y="453369"/>
                  </a:lnTo>
                  <a:cubicBezTo>
                    <a:pt x="6518" y="453369"/>
                    <a:pt x="0" y="446851"/>
                    <a:pt x="0" y="438810"/>
                  </a:cubicBezTo>
                  <a:lnTo>
                    <a:pt x="0" y="14559"/>
                  </a:lnTo>
                  <a:cubicBezTo>
                    <a:pt x="0" y="6518"/>
                    <a:pt x="6518" y="0"/>
                    <a:pt x="14559" y="0"/>
                  </a:cubicBezTo>
                  <a:close/>
                </a:path>
              </a:pathLst>
            </a:custGeom>
            <a:solidFill>
              <a:srgbClr val="284B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22"/>
            <p:cNvSpPr txBox="1"/>
            <p:nvPr/>
          </p:nvSpPr>
          <p:spPr>
            <a:xfrm>
              <a:off x="0" y="76200"/>
              <a:ext cx="3081300" cy="377100"/>
            </a:xfrm>
            <a:prstGeom prst="rect">
              <a:avLst/>
            </a:prstGeom>
            <a:noFill/>
            <a:ln>
              <a:noFill/>
            </a:ln>
          </p:spPr>
          <p:txBody>
            <a:bodyPr spcFirstLastPara="1" wrap="square" lIns="50800" tIns="50800" rIns="50800" bIns="50800" anchor="ctr" anchorCtr="0">
              <a:noAutofit/>
            </a:bodyPr>
            <a:lstStyle/>
            <a:p>
              <a:pPr marL="0" marR="0" lvl="0" indent="0" algn="ctr" rtl="0">
                <a:lnSpc>
                  <a:spcPct val="91012"/>
                </a:lnSpc>
                <a:spcBef>
                  <a:spcPts val="0"/>
                </a:spcBef>
                <a:spcAft>
                  <a:spcPts val="0"/>
                </a:spcAft>
                <a:buNone/>
              </a:pPr>
              <a:r>
                <a:rPr lang="en-US" sz="2993" b="1" i="0" u="none" strike="noStrike" cap="none">
                  <a:solidFill>
                    <a:srgbClr val="FEA928"/>
                  </a:solidFill>
                  <a:latin typeface="Arial"/>
                  <a:ea typeface="Arial"/>
                  <a:cs typeface="Arial"/>
                  <a:sym typeface="Arial"/>
                </a:rPr>
                <a:t>Sends alert in </a:t>
              </a:r>
              <a:endParaRPr/>
            </a:p>
          </p:txBody>
        </p:sp>
      </p:grpSp>
      <p:grpSp>
        <p:nvGrpSpPr>
          <p:cNvPr id="274" name="Google Shape;274;p22"/>
          <p:cNvGrpSpPr/>
          <p:nvPr/>
        </p:nvGrpSpPr>
        <p:grpSpPr>
          <a:xfrm>
            <a:off x="13138436" y="7392812"/>
            <a:ext cx="3688309" cy="1721397"/>
            <a:chOff x="0" y="0"/>
            <a:chExt cx="971400" cy="453369"/>
          </a:xfrm>
        </p:grpSpPr>
        <p:sp>
          <p:nvSpPr>
            <p:cNvPr id="275" name="Google Shape;275;p22"/>
            <p:cNvSpPr/>
            <p:nvPr/>
          </p:nvSpPr>
          <p:spPr>
            <a:xfrm>
              <a:off x="0" y="0"/>
              <a:ext cx="971277" cy="453369"/>
            </a:xfrm>
            <a:custGeom>
              <a:avLst/>
              <a:gdLst/>
              <a:ahLst/>
              <a:cxnLst/>
              <a:rect l="l" t="t" r="r" b="b"/>
              <a:pathLst>
                <a:path w="971277" h="453369" extrusionOk="0">
                  <a:moveTo>
                    <a:pt x="46185" y="0"/>
                  </a:moveTo>
                  <a:lnTo>
                    <a:pt x="925092" y="0"/>
                  </a:lnTo>
                  <a:cubicBezTo>
                    <a:pt x="950599" y="0"/>
                    <a:pt x="971277" y="20678"/>
                    <a:pt x="971277" y="46185"/>
                  </a:cubicBezTo>
                  <a:lnTo>
                    <a:pt x="971277" y="407184"/>
                  </a:lnTo>
                  <a:cubicBezTo>
                    <a:pt x="971277" y="419433"/>
                    <a:pt x="966411" y="431180"/>
                    <a:pt x="957750" y="439842"/>
                  </a:cubicBezTo>
                  <a:cubicBezTo>
                    <a:pt x="949089" y="448503"/>
                    <a:pt x="937341" y="453369"/>
                    <a:pt x="925092" y="453369"/>
                  </a:cubicBezTo>
                  <a:lnTo>
                    <a:pt x="46185" y="453369"/>
                  </a:lnTo>
                  <a:cubicBezTo>
                    <a:pt x="20678" y="453369"/>
                    <a:pt x="0" y="432691"/>
                    <a:pt x="0" y="407184"/>
                  </a:cubicBezTo>
                  <a:lnTo>
                    <a:pt x="0" y="46185"/>
                  </a:lnTo>
                  <a:cubicBezTo>
                    <a:pt x="0" y="20678"/>
                    <a:pt x="20678" y="0"/>
                    <a:pt x="46185" y="0"/>
                  </a:cubicBezTo>
                  <a:close/>
                </a:path>
              </a:pathLst>
            </a:custGeom>
            <a:solidFill>
              <a:srgbClr val="FEA9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22"/>
            <p:cNvSpPr txBox="1"/>
            <p:nvPr/>
          </p:nvSpPr>
          <p:spPr>
            <a:xfrm>
              <a:off x="0" y="76200"/>
              <a:ext cx="971400" cy="377100"/>
            </a:xfrm>
            <a:prstGeom prst="rect">
              <a:avLst/>
            </a:prstGeom>
            <a:noFill/>
            <a:ln>
              <a:noFill/>
            </a:ln>
          </p:spPr>
          <p:txBody>
            <a:bodyPr spcFirstLastPara="1" wrap="square" lIns="50800" tIns="50800" rIns="50800" bIns="50800" anchor="ctr" anchorCtr="0">
              <a:noAutofit/>
            </a:bodyPr>
            <a:lstStyle/>
            <a:p>
              <a:pPr marL="0" marR="0" lvl="0" indent="0" algn="ctr" rtl="0">
                <a:lnSpc>
                  <a:spcPct val="91012"/>
                </a:lnSpc>
                <a:spcBef>
                  <a:spcPts val="0"/>
                </a:spcBef>
                <a:spcAft>
                  <a:spcPts val="0"/>
                </a:spcAft>
                <a:buNone/>
              </a:pPr>
              <a:r>
                <a:rPr lang="en-US" sz="2993" b="1" i="0" u="none" strike="noStrike" cap="none">
                  <a:solidFill>
                    <a:srgbClr val="284B71"/>
                  </a:solidFill>
                  <a:latin typeface="Arial"/>
                  <a:ea typeface="Arial"/>
                  <a:cs typeface="Arial"/>
                  <a:sym typeface="Arial"/>
                </a:rPr>
                <a:t>Estimatted Score</a:t>
              </a:r>
              <a:endParaRPr/>
            </a:p>
          </p:txBody>
        </p:sp>
      </p:grpSp>
      <p:grpSp>
        <p:nvGrpSpPr>
          <p:cNvPr id="277" name="Google Shape;277;p22"/>
          <p:cNvGrpSpPr/>
          <p:nvPr/>
        </p:nvGrpSpPr>
        <p:grpSpPr>
          <a:xfrm>
            <a:off x="1113756" y="7400121"/>
            <a:ext cx="11699388" cy="1721397"/>
            <a:chOff x="0" y="0"/>
            <a:chExt cx="3081300" cy="453369"/>
          </a:xfrm>
        </p:grpSpPr>
        <p:sp>
          <p:nvSpPr>
            <p:cNvPr id="278" name="Google Shape;278;p22"/>
            <p:cNvSpPr/>
            <p:nvPr/>
          </p:nvSpPr>
          <p:spPr>
            <a:xfrm>
              <a:off x="0" y="0"/>
              <a:ext cx="3081170" cy="453369"/>
            </a:xfrm>
            <a:custGeom>
              <a:avLst/>
              <a:gdLst/>
              <a:ahLst/>
              <a:cxnLst/>
              <a:rect l="l" t="t" r="r" b="b"/>
              <a:pathLst>
                <a:path w="3081170" h="453369" extrusionOk="0">
                  <a:moveTo>
                    <a:pt x="14559" y="0"/>
                  </a:moveTo>
                  <a:lnTo>
                    <a:pt x="3066611" y="0"/>
                  </a:lnTo>
                  <a:cubicBezTo>
                    <a:pt x="3074651" y="0"/>
                    <a:pt x="3081170" y="6518"/>
                    <a:pt x="3081170" y="14559"/>
                  </a:cubicBezTo>
                  <a:lnTo>
                    <a:pt x="3081170" y="438810"/>
                  </a:lnTo>
                  <a:cubicBezTo>
                    <a:pt x="3081170" y="446851"/>
                    <a:pt x="3074651" y="453369"/>
                    <a:pt x="3066611" y="453369"/>
                  </a:cubicBezTo>
                  <a:lnTo>
                    <a:pt x="14559" y="453369"/>
                  </a:lnTo>
                  <a:cubicBezTo>
                    <a:pt x="6518" y="453369"/>
                    <a:pt x="0" y="446851"/>
                    <a:pt x="0" y="438810"/>
                  </a:cubicBezTo>
                  <a:lnTo>
                    <a:pt x="0" y="14559"/>
                  </a:lnTo>
                  <a:cubicBezTo>
                    <a:pt x="0" y="6518"/>
                    <a:pt x="6518" y="0"/>
                    <a:pt x="14559" y="0"/>
                  </a:cubicBezTo>
                  <a:close/>
                </a:path>
              </a:pathLst>
            </a:custGeom>
            <a:solidFill>
              <a:srgbClr val="284B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22"/>
            <p:cNvSpPr txBox="1"/>
            <p:nvPr/>
          </p:nvSpPr>
          <p:spPr>
            <a:xfrm>
              <a:off x="0" y="76200"/>
              <a:ext cx="3081300" cy="377100"/>
            </a:xfrm>
            <a:prstGeom prst="rect">
              <a:avLst/>
            </a:prstGeom>
            <a:noFill/>
            <a:ln>
              <a:noFill/>
            </a:ln>
          </p:spPr>
          <p:txBody>
            <a:bodyPr spcFirstLastPara="1" wrap="square" lIns="50800" tIns="50800" rIns="50800" bIns="50800" anchor="ctr" anchorCtr="0">
              <a:noAutofit/>
            </a:bodyPr>
            <a:lstStyle/>
            <a:p>
              <a:pPr marL="0" marR="0" lvl="0" indent="0" algn="ctr" rtl="0">
                <a:lnSpc>
                  <a:spcPct val="91012"/>
                </a:lnSpc>
                <a:spcBef>
                  <a:spcPts val="0"/>
                </a:spcBef>
                <a:spcAft>
                  <a:spcPts val="0"/>
                </a:spcAft>
                <a:buNone/>
              </a:pPr>
              <a:r>
                <a:rPr lang="en-US" sz="2993" b="1" i="0" u="none" strike="noStrike" cap="none">
                  <a:solidFill>
                    <a:srgbClr val="FEA928"/>
                  </a:solidFill>
                  <a:latin typeface="Arial"/>
                  <a:ea typeface="Arial"/>
                  <a:cs typeface="Arial"/>
                  <a:sym typeface="Arial"/>
                </a:rPr>
                <a:t>Other Parameter</a:t>
              </a:r>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sp>
        <p:nvSpPr>
          <p:cNvPr id="284" name="Google Shape;284;p23"/>
          <p:cNvSpPr/>
          <p:nvPr/>
        </p:nvSpPr>
        <p:spPr>
          <a:xfrm>
            <a:off x="3333317" y="701930"/>
            <a:ext cx="2743124" cy="653540"/>
          </a:xfrm>
          <a:custGeom>
            <a:avLst/>
            <a:gdLst/>
            <a:ahLst/>
            <a:cxnLst/>
            <a:rect l="l" t="t" r="r" b="b"/>
            <a:pathLst>
              <a:path w="2743124" h="653540" extrusionOk="0">
                <a:moveTo>
                  <a:pt x="0" y="0"/>
                </a:moveTo>
                <a:lnTo>
                  <a:pt x="2743124" y="0"/>
                </a:lnTo>
                <a:lnTo>
                  <a:pt x="2743124" y="653540"/>
                </a:lnTo>
                <a:lnTo>
                  <a:pt x="0" y="653540"/>
                </a:lnTo>
                <a:lnTo>
                  <a:pt x="0" y="0"/>
                </a:lnTo>
                <a:close/>
              </a:path>
            </a:pathLst>
          </a:custGeom>
          <a:blipFill rotWithShape="1">
            <a:blip r:embed="rId3">
              <a:alphaModFix/>
            </a:blip>
            <a:stretch>
              <a:fillRect r="-1381"/>
            </a:stretch>
          </a:blipFill>
          <a:ln>
            <a:noFill/>
          </a:ln>
        </p:spPr>
      </p:sp>
      <p:sp>
        <p:nvSpPr>
          <p:cNvPr id="285" name="Google Shape;285;p23"/>
          <p:cNvSpPr/>
          <p:nvPr/>
        </p:nvSpPr>
        <p:spPr>
          <a:xfrm>
            <a:off x="1028700" y="566709"/>
            <a:ext cx="2045960" cy="923982"/>
          </a:xfrm>
          <a:custGeom>
            <a:avLst/>
            <a:gdLst/>
            <a:ahLst/>
            <a:cxnLst/>
            <a:rect l="l" t="t" r="r" b="b"/>
            <a:pathLst>
              <a:path w="2045960" h="923982" extrusionOk="0">
                <a:moveTo>
                  <a:pt x="0" y="0"/>
                </a:moveTo>
                <a:lnTo>
                  <a:pt x="2045960" y="0"/>
                </a:lnTo>
                <a:lnTo>
                  <a:pt x="2045960" y="923982"/>
                </a:lnTo>
                <a:lnTo>
                  <a:pt x="0" y="923982"/>
                </a:lnTo>
                <a:lnTo>
                  <a:pt x="0" y="0"/>
                </a:lnTo>
                <a:close/>
              </a:path>
            </a:pathLst>
          </a:custGeom>
          <a:blipFill rotWithShape="1">
            <a:blip r:embed="rId4">
              <a:alphaModFix/>
            </a:blip>
            <a:stretch>
              <a:fillRect/>
            </a:stretch>
          </a:blipFill>
          <a:ln>
            <a:noFill/>
          </a:ln>
        </p:spPr>
      </p:sp>
      <p:grpSp>
        <p:nvGrpSpPr>
          <p:cNvPr id="286" name="Google Shape;286;p23"/>
          <p:cNvGrpSpPr/>
          <p:nvPr/>
        </p:nvGrpSpPr>
        <p:grpSpPr>
          <a:xfrm>
            <a:off x="1113756" y="3530943"/>
            <a:ext cx="6453404" cy="1721385"/>
            <a:chOff x="0" y="0"/>
            <a:chExt cx="1699662" cy="453369"/>
          </a:xfrm>
        </p:grpSpPr>
        <p:sp>
          <p:nvSpPr>
            <p:cNvPr id="287" name="Google Shape;287;p23"/>
            <p:cNvSpPr/>
            <p:nvPr/>
          </p:nvSpPr>
          <p:spPr>
            <a:xfrm>
              <a:off x="0" y="0"/>
              <a:ext cx="1699662" cy="453369"/>
            </a:xfrm>
            <a:custGeom>
              <a:avLst/>
              <a:gdLst/>
              <a:ahLst/>
              <a:cxnLst/>
              <a:rect l="l" t="t" r="r" b="b"/>
              <a:pathLst>
                <a:path w="1699662" h="453369" extrusionOk="0">
                  <a:moveTo>
                    <a:pt x="26393" y="0"/>
                  </a:moveTo>
                  <a:lnTo>
                    <a:pt x="1673269" y="0"/>
                  </a:lnTo>
                  <a:cubicBezTo>
                    <a:pt x="1687846" y="0"/>
                    <a:pt x="1699662" y="11816"/>
                    <a:pt x="1699662" y="26393"/>
                  </a:cubicBezTo>
                  <a:lnTo>
                    <a:pt x="1699662" y="426976"/>
                  </a:lnTo>
                  <a:cubicBezTo>
                    <a:pt x="1699662" y="441552"/>
                    <a:pt x="1687846" y="453369"/>
                    <a:pt x="1673269" y="453369"/>
                  </a:cubicBezTo>
                  <a:lnTo>
                    <a:pt x="26393" y="453369"/>
                  </a:lnTo>
                  <a:cubicBezTo>
                    <a:pt x="11816" y="453369"/>
                    <a:pt x="0" y="441552"/>
                    <a:pt x="0" y="426976"/>
                  </a:cubicBezTo>
                  <a:lnTo>
                    <a:pt x="0" y="26393"/>
                  </a:lnTo>
                  <a:cubicBezTo>
                    <a:pt x="0" y="11816"/>
                    <a:pt x="11816" y="0"/>
                    <a:pt x="26393" y="0"/>
                  </a:cubicBezTo>
                  <a:close/>
                </a:path>
              </a:pathLst>
            </a:custGeom>
            <a:solidFill>
              <a:srgbClr val="284B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23"/>
            <p:cNvSpPr txBox="1"/>
            <p:nvPr/>
          </p:nvSpPr>
          <p:spPr>
            <a:xfrm>
              <a:off x="0" y="76200"/>
              <a:ext cx="1699662" cy="377169"/>
            </a:xfrm>
            <a:prstGeom prst="rect">
              <a:avLst/>
            </a:prstGeom>
            <a:noFill/>
            <a:ln>
              <a:noFill/>
            </a:ln>
          </p:spPr>
          <p:txBody>
            <a:bodyPr spcFirstLastPara="1" wrap="square" lIns="50800" tIns="50800" rIns="50800" bIns="50800" anchor="ctr" anchorCtr="0">
              <a:noAutofit/>
            </a:bodyPr>
            <a:lstStyle/>
            <a:p>
              <a:pPr marL="0" marR="0" lvl="0" indent="0" algn="ctr" rtl="0">
                <a:lnSpc>
                  <a:spcPct val="91012"/>
                </a:lnSpc>
                <a:spcBef>
                  <a:spcPts val="0"/>
                </a:spcBef>
                <a:spcAft>
                  <a:spcPts val="0"/>
                </a:spcAft>
                <a:buNone/>
              </a:pPr>
              <a:r>
                <a:rPr lang="en-US" sz="2993" b="1" i="0" u="none" strike="noStrike" cap="none">
                  <a:solidFill>
                    <a:srgbClr val="FEA928"/>
                  </a:solidFill>
                  <a:latin typeface="Arial"/>
                  <a:ea typeface="Arial"/>
                  <a:cs typeface="Arial"/>
                  <a:sym typeface="Arial"/>
                </a:rPr>
                <a:t>Reduces time from</a:t>
              </a:r>
              <a:endParaRPr/>
            </a:p>
          </p:txBody>
        </p:sp>
      </p:grpSp>
      <p:sp>
        <p:nvSpPr>
          <p:cNvPr id="289" name="Google Shape;289;p23"/>
          <p:cNvSpPr txBox="1"/>
          <p:nvPr/>
        </p:nvSpPr>
        <p:spPr>
          <a:xfrm>
            <a:off x="1113756" y="1980779"/>
            <a:ext cx="3817888" cy="1192113"/>
          </a:xfrm>
          <a:prstGeom prst="rect">
            <a:avLst/>
          </a:prstGeom>
          <a:noFill/>
          <a:ln>
            <a:noFill/>
          </a:ln>
        </p:spPr>
        <p:txBody>
          <a:bodyPr spcFirstLastPara="1" wrap="square" lIns="0" tIns="0" rIns="0" bIns="0" anchor="t" anchorCtr="0">
            <a:spAutoFit/>
          </a:bodyPr>
          <a:lstStyle/>
          <a:p>
            <a:pPr marL="0" marR="0" lvl="0" indent="0" algn="l" rtl="0">
              <a:lnSpc>
                <a:spcPct val="90666"/>
              </a:lnSpc>
              <a:spcBef>
                <a:spcPts val="0"/>
              </a:spcBef>
              <a:spcAft>
                <a:spcPts val="0"/>
              </a:spcAft>
              <a:buNone/>
            </a:pPr>
            <a:endParaRPr sz="1800" b="0" i="0" u="none" strike="noStrike" cap="none">
              <a:solidFill>
                <a:schemeClr val="dk1"/>
              </a:solidFill>
              <a:latin typeface="Calibri"/>
              <a:ea typeface="Calibri"/>
              <a:cs typeface="Calibri"/>
              <a:sym typeface="Calibri"/>
            </a:endParaRPr>
          </a:p>
          <a:p>
            <a:pPr marL="0" marR="0" lvl="0" indent="0" algn="l" rtl="0">
              <a:lnSpc>
                <a:spcPct val="90996"/>
              </a:lnSpc>
              <a:spcBef>
                <a:spcPts val="0"/>
              </a:spcBef>
              <a:spcAft>
                <a:spcPts val="0"/>
              </a:spcAft>
              <a:buNone/>
            </a:pPr>
            <a:r>
              <a:rPr lang="en-US" sz="7597" b="1" i="0" u="none" strike="noStrike" cap="none">
                <a:solidFill>
                  <a:srgbClr val="000000"/>
                </a:solidFill>
                <a:latin typeface="Arial"/>
                <a:ea typeface="Arial"/>
                <a:cs typeface="Arial"/>
                <a:sym typeface="Arial"/>
              </a:rPr>
              <a:t>Impact </a:t>
            </a:r>
            <a:r>
              <a:rPr lang="en-US" sz="7597" b="1" i="0" u="none" strike="noStrike" cap="none">
                <a:solidFill>
                  <a:srgbClr val="ED3237"/>
                </a:solidFill>
                <a:latin typeface="Arial"/>
                <a:ea typeface="Arial"/>
                <a:cs typeface="Arial"/>
                <a:sym typeface="Arial"/>
              </a:rPr>
              <a:t>.</a:t>
            </a:r>
            <a:endParaRPr/>
          </a:p>
        </p:txBody>
      </p:sp>
      <p:grpSp>
        <p:nvGrpSpPr>
          <p:cNvPr id="290" name="Google Shape;290;p23"/>
          <p:cNvGrpSpPr/>
          <p:nvPr/>
        </p:nvGrpSpPr>
        <p:grpSpPr>
          <a:xfrm>
            <a:off x="7752018" y="3521418"/>
            <a:ext cx="3687818" cy="1721385"/>
            <a:chOff x="0" y="0"/>
            <a:chExt cx="971277" cy="453369"/>
          </a:xfrm>
        </p:grpSpPr>
        <p:sp>
          <p:nvSpPr>
            <p:cNvPr id="291" name="Google Shape;291;p23"/>
            <p:cNvSpPr/>
            <p:nvPr/>
          </p:nvSpPr>
          <p:spPr>
            <a:xfrm>
              <a:off x="0" y="0"/>
              <a:ext cx="971277" cy="453369"/>
            </a:xfrm>
            <a:custGeom>
              <a:avLst/>
              <a:gdLst/>
              <a:ahLst/>
              <a:cxnLst/>
              <a:rect l="l" t="t" r="r" b="b"/>
              <a:pathLst>
                <a:path w="971277" h="453369" extrusionOk="0">
                  <a:moveTo>
                    <a:pt x="46185" y="0"/>
                  </a:moveTo>
                  <a:lnTo>
                    <a:pt x="925092" y="0"/>
                  </a:lnTo>
                  <a:cubicBezTo>
                    <a:pt x="950599" y="0"/>
                    <a:pt x="971277" y="20678"/>
                    <a:pt x="971277" y="46185"/>
                  </a:cubicBezTo>
                  <a:lnTo>
                    <a:pt x="971277" y="407184"/>
                  </a:lnTo>
                  <a:cubicBezTo>
                    <a:pt x="971277" y="419433"/>
                    <a:pt x="966411" y="431180"/>
                    <a:pt x="957750" y="439842"/>
                  </a:cubicBezTo>
                  <a:cubicBezTo>
                    <a:pt x="949089" y="448503"/>
                    <a:pt x="937341" y="453369"/>
                    <a:pt x="925092" y="453369"/>
                  </a:cubicBezTo>
                  <a:lnTo>
                    <a:pt x="46185" y="453369"/>
                  </a:lnTo>
                  <a:cubicBezTo>
                    <a:pt x="20678" y="453369"/>
                    <a:pt x="0" y="432691"/>
                    <a:pt x="0" y="407184"/>
                  </a:cubicBezTo>
                  <a:lnTo>
                    <a:pt x="0" y="46185"/>
                  </a:lnTo>
                  <a:cubicBezTo>
                    <a:pt x="0" y="20678"/>
                    <a:pt x="20678" y="0"/>
                    <a:pt x="46185" y="0"/>
                  </a:cubicBezTo>
                  <a:close/>
                </a:path>
              </a:pathLst>
            </a:custGeom>
            <a:solidFill>
              <a:srgbClr val="FEA9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23"/>
            <p:cNvSpPr txBox="1"/>
            <p:nvPr/>
          </p:nvSpPr>
          <p:spPr>
            <a:xfrm>
              <a:off x="0" y="76200"/>
              <a:ext cx="971277" cy="377169"/>
            </a:xfrm>
            <a:prstGeom prst="rect">
              <a:avLst/>
            </a:prstGeom>
            <a:noFill/>
            <a:ln>
              <a:noFill/>
            </a:ln>
          </p:spPr>
          <p:txBody>
            <a:bodyPr spcFirstLastPara="1" wrap="square" lIns="50800" tIns="50800" rIns="50800" bIns="50800" anchor="ctr" anchorCtr="0">
              <a:noAutofit/>
            </a:bodyPr>
            <a:lstStyle/>
            <a:p>
              <a:pPr marL="0" marR="0" lvl="0" indent="0" algn="ctr" rtl="0">
                <a:lnSpc>
                  <a:spcPct val="91012"/>
                </a:lnSpc>
                <a:spcBef>
                  <a:spcPts val="0"/>
                </a:spcBef>
                <a:spcAft>
                  <a:spcPts val="0"/>
                </a:spcAft>
                <a:buNone/>
              </a:pPr>
              <a:r>
                <a:rPr lang="en-US" sz="2993" b="1" i="0" u="none" strike="noStrike" cap="none">
                  <a:solidFill>
                    <a:srgbClr val="284B71"/>
                  </a:solidFill>
                  <a:latin typeface="Arial"/>
                  <a:ea typeface="Arial"/>
                  <a:cs typeface="Arial"/>
                  <a:sym typeface="Arial"/>
                </a:rPr>
                <a:t>8 Hours</a:t>
              </a:r>
              <a:endParaRPr/>
            </a:p>
          </p:txBody>
        </p:sp>
      </p:grpSp>
      <p:grpSp>
        <p:nvGrpSpPr>
          <p:cNvPr id="293" name="Google Shape;293;p23"/>
          <p:cNvGrpSpPr/>
          <p:nvPr/>
        </p:nvGrpSpPr>
        <p:grpSpPr>
          <a:xfrm>
            <a:off x="11620811" y="3504584"/>
            <a:ext cx="1191761" cy="1721385"/>
            <a:chOff x="0" y="0"/>
            <a:chExt cx="313880" cy="453369"/>
          </a:xfrm>
        </p:grpSpPr>
        <p:sp>
          <p:nvSpPr>
            <p:cNvPr id="294" name="Google Shape;294;p23"/>
            <p:cNvSpPr/>
            <p:nvPr/>
          </p:nvSpPr>
          <p:spPr>
            <a:xfrm>
              <a:off x="0" y="0"/>
              <a:ext cx="313880" cy="453369"/>
            </a:xfrm>
            <a:custGeom>
              <a:avLst/>
              <a:gdLst/>
              <a:ahLst/>
              <a:cxnLst/>
              <a:rect l="l" t="t" r="r" b="b"/>
              <a:pathLst>
                <a:path w="313880" h="453369" extrusionOk="0">
                  <a:moveTo>
                    <a:pt x="142916" y="0"/>
                  </a:moveTo>
                  <a:lnTo>
                    <a:pt x="170963" y="0"/>
                  </a:lnTo>
                  <a:cubicBezTo>
                    <a:pt x="208867" y="0"/>
                    <a:pt x="245218" y="15057"/>
                    <a:pt x="272020" y="41859"/>
                  </a:cubicBezTo>
                  <a:cubicBezTo>
                    <a:pt x="298822" y="68661"/>
                    <a:pt x="313880" y="105013"/>
                    <a:pt x="313880" y="142916"/>
                  </a:cubicBezTo>
                  <a:lnTo>
                    <a:pt x="313880" y="310452"/>
                  </a:lnTo>
                  <a:cubicBezTo>
                    <a:pt x="313880" y="389383"/>
                    <a:pt x="249894" y="453369"/>
                    <a:pt x="170963" y="453369"/>
                  </a:cubicBezTo>
                  <a:lnTo>
                    <a:pt x="142916" y="453369"/>
                  </a:lnTo>
                  <a:cubicBezTo>
                    <a:pt x="63986" y="453369"/>
                    <a:pt x="0" y="389383"/>
                    <a:pt x="0" y="310452"/>
                  </a:cubicBezTo>
                  <a:lnTo>
                    <a:pt x="0" y="142916"/>
                  </a:lnTo>
                  <a:cubicBezTo>
                    <a:pt x="0" y="63986"/>
                    <a:pt x="63986" y="0"/>
                    <a:pt x="142916" y="0"/>
                  </a:cubicBezTo>
                  <a:close/>
                </a:path>
              </a:pathLst>
            </a:custGeom>
            <a:solidFill>
              <a:srgbClr val="284B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23"/>
            <p:cNvSpPr txBox="1"/>
            <p:nvPr/>
          </p:nvSpPr>
          <p:spPr>
            <a:xfrm>
              <a:off x="0" y="76200"/>
              <a:ext cx="313880" cy="377169"/>
            </a:xfrm>
            <a:prstGeom prst="rect">
              <a:avLst/>
            </a:prstGeom>
            <a:noFill/>
            <a:ln>
              <a:noFill/>
            </a:ln>
          </p:spPr>
          <p:txBody>
            <a:bodyPr spcFirstLastPara="1" wrap="square" lIns="50800" tIns="50800" rIns="50800" bIns="50800" anchor="ctr" anchorCtr="0">
              <a:noAutofit/>
            </a:bodyPr>
            <a:lstStyle/>
            <a:p>
              <a:pPr marL="0" marR="0" lvl="0" indent="0" algn="ctr" rtl="0">
                <a:lnSpc>
                  <a:spcPct val="91012"/>
                </a:lnSpc>
                <a:spcBef>
                  <a:spcPts val="0"/>
                </a:spcBef>
                <a:spcAft>
                  <a:spcPts val="0"/>
                </a:spcAft>
                <a:buNone/>
              </a:pPr>
              <a:r>
                <a:rPr lang="en-US" sz="2993" b="1" i="0" u="none" strike="noStrike" cap="none">
                  <a:solidFill>
                    <a:srgbClr val="FEA928"/>
                  </a:solidFill>
                  <a:latin typeface="Arial"/>
                  <a:ea typeface="Arial"/>
                  <a:cs typeface="Arial"/>
                  <a:sym typeface="Arial"/>
                </a:rPr>
                <a:t>to</a:t>
              </a:r>
              <a:endParaRPr/>
            </a:p>
          </p:txBody>
        </p:sp>
      </p:grpSp>
      <p:grpSp>
        <p:nvGrpSpPr>
          <p:cNvPr id="296" name="Google Shape;296;p23"/>
          <p:cNvGrpSpPr/>
          <p:nvPr/>
        </p:nvGrpSpPr>
        <p:grpSpPr>
          <a:xfrm>
            <a:off x="12993547" y="3530943"/>
            <a:ext cx="3687818" cy="1721385"/>
            <a:chOff x="0" y="0"/>
            <a:chExt cx="971277" cy="453369"/>
          </a:xfrm>
        </p:grpSpPr>
        <p:sp>
          <p:nvSpPr>
            <p:cNvPr id="297" name="Google Shape;297;p23"/>
            <p:cNvSpPr/>
            <p:nvPr/>
          </p:nvSpPr>
          <p:spPr>
            <a:xfrm>
              <a:off x="0" y="0"/>
              <a:ext cx="971277" cy="453369"/>
            </a:xfrm>
            <a:custGeom>
              <a:avLst/>
              <a:gdLst/>
              <a:ahLst/>
              <a:cxnLst/>
              <a:rect l="l" t="t" r="r" b="b"/>
              <a:pathLst>
                <a:path w="971277" h="453369" extrusionOk="0">
                  <a:moveTo>
                    <a:pt x="46185" y="0"/>
                  </a:moveTo>
                  <a:lnTo>
                    <a:pt x="925092" y="0"/>
                  </a:lnTo>
                  <a:cubicBezTo>
                    <a:pt x="950599" y="0"/>
                    <a:pt x="971277" y="20678"/>
                    <a:pt x="971277" y="46185"/>
                  </a:cubicBezTo>
                  <a:lnTo>
                    <a:pt x="971277" y="407184"/>
                  </a:lnTo>
                  <a:cubicBezTo>
                    <a:pt x="971277" y="419433"/>
                    <a:pt x="966411" y="431180"/>
                    <a:pt x="957750" y="439842"/>
                  </a:cubicBezTo>
                  <a:cubicBezTo>
                    <a:pt x="949089" y="448503"/>
                    <a:pt x="937341" y="453369"/>
                    <a:pt x="925092" y="453369"/>
                  </a:cubicBezTo>
                  <a:lnTo>
                    <a:pt x="46185" y="453369"/>
                  </a:lnTo>
                  <a:cubicBezTo>
                    <a:pt x="20678" y="453369"/>
                    <a:pt x="0" y="432691"/>
                    <a:pt x="0" y="407184"/>
                  </a:cubicBezTo>
                  <a:lnTo>
                    <a:pt x="0" y="46185"/>
                  </a:lnTo>
                  <a:cubicBezTo>
                    <a:pt x="0" y="20678"/>
                    <a:pt x="20678" y="0"/>
                    <a:pt x="46185" y="0"/>
                  </a:cubicBezTo>
                  <a:close/>
                </a:path>
              </a:pathLst>
            </a:custGeom>
            <a:solidFill>
              <a:srgbClr val="FEA9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23"/>
            <p:cNvSpPr txBox="1"/>
            <p:nvPr/>
          </p:nvSpPr>
          <p:spPr>
            <a:xfrm>
              <a:off x="0" y="76200"/>
              <a:ext cx="971277" cy="377169"/>
            </a:xfrm>
            <a:prstGeom prst="rect">
              <a:avLst/>
            </a:prstGeom>
            <a:noFill/>
            <a:ln>
              <a:noFill/>
            </a:ln>
          </p:spPr>
          <p:txBody>
            <a:bodyPr spcFirstLastPara="1" wrap="square" lIns="50800" tIns="50800" rIns="50800" bIns="50800" anchor="ctr" anchorCtr="0">
              <a:noAutofit/>
            </a:bodyPr>
            <a:lstStyle/>
            <a:p>
              <a:pPr marL="0" marR="0" lvl="0" indent="0" algn="ctr" rtl="0">
                <a:lnSpc>
                  <a:spcPct val="91012"/>
                </a:lnSpc>
                <a:spcBef>
                  <a:spcPts val="0"/>
                </a:spcBef>
                <a:spcAft>
                  <a:spcPts val="0"/>
                </a:spcAft>
                <a:buNone/>
              </a:pPr>
              <a:r>
                <a:rPr lang="en-US" sz="2993" b="1" i="0" u="none" strike="noStrike" cap="none">
                  <a:solidFill>
                    <a:srgbClr val="284B71"/>
                  </a:solidFill>
                  <a:latin typeface="Arial"/>
                  <a:ea typeface="Arial"/>
                  <a:cs typeface="Arial"/>
                  <a:sym typeface="Arial"/>
                </a:rPr>
                <a:t>10 Minutes</a:t>
              </a:r>
              <a:endParaRPr/>
            </a:p>
          </p:txBody>
        </p:sp>
      </p:grpSp>
      <p:grpSp>
        <p:nvGrpSpPr>
          <p:cNvPr id="299" name="Google Shape;299;p23"/>
          <p:cNvGrpSpPr/>
          <p:nvPr/>
        </p:nvGrpSpPr>
        <p:grpSpPr>
          <a:xfrm>
            <a:off x="1113756" y="5612061"/>
            <a:ext cx="6453404" cy="1721385"/>
            <a:chOff x="0" y="0"/>
            <a:chExt cx="1699662" cy="453369"/>
          </a:xfrm>
        </p:grpSpPr>
        <p:sp>
          <p:nvSpPr>
            <p:cNvPr id="300" name="Google Shape;300;p23"/>
            <p:cNvSpPr/>
            <p:nvPr/>
          </p:nvSpPr>
          <p:spPr>
            <a:xfrm>
              <a:off x="0" y="0"/>
              <a:ext cx="1699662" cy="453369"/>
            </a:xfrm>
            <a:custGeom>
              <a:avLst/>
              <a:gdLst/>
              <a:ahLst/>
              <a:cxnLst/>
              <a:rect l="l" t="t" r="r" b="b"/>
              <a:pathLst>
                <a:path w="1699662" h="453369" extrusionOk="0">
                  <a:moveTo>
                    <a:pt x="26393" y="0"/>
                  </a:moveTo>
                  <a:lnTo>
                    <a:pt x="1673269" y="0"/>
                  </a:lnTo>
                  <a:cubicBezTo>
                    <a:pt x="1687846" y="0"/>
                    <a:pt x="1699662" y="11816"/>
                    <a:pt x="1699662" y="26393"/>
                  </a:cubicBezTo>
                  <a:lnTo>
                    <a:pt x="1699662" y="426976"/>
                  </a:lnTo>
                  <a:cubicBezTo>
                    <a:pt x="1699662" y="441552"/>
                    <a:pt x="1687846" y="453369"/>
                    <a:pt x="1673269" y="453369"/>
                  </a:cubicBezTo>
                  <a:lnTo>
                    <a:pt x="26393" y="453369"/>
                  </a:lnTo>
                  <a:cubicBezTo>
                    <a:pt x="11816" y="453369"/>
                    <a:pt x="0" y="441552"/>
                    <a:pt x="0" y="426976"/>
                  </a:cubicBezTo>
                  <a:lnTo>
                    <a:pt x="0" y="26393"/>
                  </a:lnTo>
                  <a:cubicBezTo>
                    <a:pt x="0" y="11816"/>
                    <a:pt x="11816" y="0"/>
                    <a:pt x="26393" y="0"/>
                  </a:cubicBezTo>
                  <a:close/>
                </a:path>
              </a:pathLst>
            </a:custGeom>
            <a:solidFill>
              <a:srgbClr val="284B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23"/>
            <p:cNvSpPr txBox="1"/>
            <p:nvPr/>
          </p:nvSpPr>
          <p:spPr>
            <a:xfrm>
              <a:off x="0" y="76200"/>
              <a:ext cx="1699662" cy="377169"/>
            </a:xfrm>
            <a:prstGeom prst="rect">
              <a:avLst/>
            </a:prstGeom>
            <a:noFill/>
            <a:ln>
              <a:noFill/>
            </a:ln>
          </p:spPr>
          <p:txBody>
            <a:bodyPr spcFirstLastPara="1" wrap="square" lIns="50800" tIns="50800" rIns="50800" bIns="50800" anchor="ctr" anchorCtr="0">
              <a:noAutofit/>
            </a:bodyPr>
            <a:lstStyle/>
            <a:p>
              <a:pPr marL="0" marR="0" lvl="0" indent="0" algn="ctr" rtl="0">
                <a:lnSpc>
                  <a:spcPct val="91012"/>
                </a:lnSpc>
                <a:spcBef>
                  <a:spcPts val="0"/>
                </a:spcBef>
                <a:spcAft>
                  <a:spcPts val="0"/>
                </a:spcAft>
                <a:buNone/>
              </a:pPr>
              <a:r>
                <a:rPr lang="en-US" sz="2993" b="1" i="0" u="none" strike="noStrike" cap="none">
                  <a:solidFill>
                    <a:srgbClr val="FEA928"/>
                  </a:solidFill>
                  <a:latin typeface="Arial"/>
                  <a:ea typeface="Arial"/>
                  <a:cs typeface="Arial"/>
                  <a:sym typeface="Arial"/>
                </a:rPr>
                <a:t>Reduces time from</a:t>
              </a:r>
              <a:endParaRPr/>
            </a:p>
          </p:txBody>
        </p:sp>
      </p:grpSp>
      <p:grpSp>
        <p:nvGrpSpPr>
          <p:cNvPr id="302" name="Google Shape;302;p23"/>
          <p:cNvGrpSpPr/>
          <p:nvPr/>
        </p:nvGrpSpPr>
        <p:grpSpPr>
          <a:xfrm>
            <a:off x="7752018" y="5602536"/>
            <a:ext cx="3687818" cy="1721385"/>
            <a:chOff x="0" y="0"/>
            <a:chExt cx="971277" cy="453369"/>
          </a:xfrm>
        </p:grpSpPr>
        <p:sp>
          <p:nvSpPr>
            <p:cNvPr id="303" name="Google Shape;303;p23"/>
            <p:cNvSpPr/>
            <p:nvPr/>
          </p:nvSpPr>
          <p:spPr>
            <a:xfrm>
              <a:off x="0" y="0"/>
              <a:ext cx="971277" cy="453369"/>
            </a:xfrm>
            <a:custGeom>
              <a:avLst/>
              <a:gdLst/>
              <a:ahLst/>
              <a:cxnLst/>
              <a:rect l="l" t="t" r="r" b="b"/>
              <a:pathLst>
                <a:path w="971277" h="453369" extrusionOk="0">
                  <a:moveTo>
                    <a:pt x="46185" y="0"/>
                  </a:moveTo>
                  <a:lnTo>
                    <a:pt x="925092" y="0"/>
                  </a:lnTo>
                  <a:cubicBezTo>
                    <a:pt x="950599" y="0"/>
                    <a:pt x="971277" y="20678"/>
                    <a:pt x="971277" y="46185"/>
                  </a:cubicBezTo>
                  <a:lnTo>
                    <a:pt x="971277" y="407184"/>
                  </a:lnTo>
                  <a:cubicBezTo>
                    <a:pt x="971277" y="419433"/>
                    <a:pt x="966411" y="431180"/>
                    <a:pt x="957750" y="439842"/>
                  </a:cubicBezTo>
                  <a:cubicBezTo>
                    <a:pt x="949089" y="448503"/>
                    <a:pt x="937341" y="453369"/>
                    <a:pt x="925092" y="453369"/>
                  </a:cubicBezTo>
                  <a:lnTo>
                    <a:pt x="46185" y="453369"/>
                  </a:lnTo>
                  <a:cubicBezTo>
                    <a:pt x="20678" y="453369"/>
                    <a:pt x="0" y="432691"/>
                    <a:pt x="0" y="407184"/>
                  </a:cubicBezTo>
                  <a:lnTo>
                    <a:pt x="0" y="46185"/>
                  </a:lnTo>
                  <a:cubicBezTo>
                    <a:pt x="0" y="20678"/>
                    <a:pt x="20678" y="0"/>
                    <a:pt x="46185" y="0"/>
                  </a:cubicBezTo>
                  <a:close/>
                </a:path>
              </a:pathLst>
            </a:custGeom>
            <a:solidFill>
              <a:srgbClr val="FEA9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23"/>
            <p:cNvSpPr txBox="1"/>
            <p:nvPr/>
          </p:nvSpPr>
          <p:spPr>
            <a:xfrm>
              <a:off x="0" y="76200"/>
              <a:ext cx="971277" cy="377169"/>
            </a:xfrm>
            <a:prstGeom prst="rect">
              <a:avLst/>
            </a:prstGeom>
            <a:noFill/>
            <a:ln>
              <a:noFill/>
            </a:ln>
          </p:spPr>
          <p:txBody>
            <a:bodyPr spcFirstLastPara="1" wrap="square" lIns="50800" tIns="50800" rIns="50800" bIns="50800" anchor="ctr" anchorCtr="0">
              <a:noAutofit/>
            </a:bodyPr>
            <a:lstStyle/>
            <a:p>
              <a:pPr marL="0" marR="0" lvl="0" indent="0" algn="ctr" rtl="0">
                <a:lnSpc>
                  <a:spcPct val="91012"/>
                </a:lnSpc>
                <a:spcBef>
                  <a:spcPts val="0"/>
                </a:spcBef>
                <a:spcAft>
                  <a:spcPts val="0"/>
                </a:spcAft>
                <a:buNone/>
              </a:pPr>
              <a:r>
                <a:rPr lang="en-US" sz="2993" b="1" i="0" u="none" strike="noStrike" cap="none">
                  <a:solidFill>
                    <a:srgbClr val="284B71"/>
                  </a:solidFill>
                  <a:latin typeface="Arial"/>
                  <a:ea typeface="Arial"/>
                  <a:cs typeface="Arial"/>
                  <a:sym typeface="Arial"/>
                </a:rPr>
                <a:t>8 Hours</a:t>
              </a:r>
              <a:endParaRPr/>
            </a:p>
          </p:txBody>
        </p:sp>
      </p:grpSp>
      <p:grpSp>
        <p:nvGrpSpPr>
          <p:cNvPr id="305" name="Google Shape;305;p23"/>
          <p:cNvGrpSpPr/>
          <p:nvPr/>
        </p:nvGrpSpPr>
        <p:grpSpPr>
          <a:xfrm>
            <a:off x="11620811" y="5585702"/>
            <a:ext cx="1191761" cy="1721385"/>
            <a:chOff x="0" y="0"/>
            <a:chExt cx="313880" cy="453369"/>
          </a:xfrm>
        </p:grpSpPr>
        <p:sp>
          <p:nvSpPr>
            <p:cNvPr id="306" name="Google Shape;306;p23"/>
            <p:cNvSpPr/>
            <p:nvPr/>
          </p:nvSpPr>
          <p:spPr>
            <a:xfrm>
              <a:off x="0" y="0"/>
              <a:ext cx="313880" cy="453369"/>
            </a:xfrm>
            <a:custGeom>
              <a:avLst/>
              <a:gdLst/>
              <a:ahLst/>
              <a:cxnLst/>
              <a:rect l="l" t="t" r="r" b="b"/>
              <a:pathLst>
                <a:path w="313880" h="453369" extrusionOk="0">
                  <a:moveTo>
                    <a:pt x="142916" y="0"/>
                  </a:moveTo>
                  <a:lnTo>
                    <a:pt x="170963" y="0"/>
                  </a:lnTo>
                  <a:cubicBezTo>
                    <a:pt x="208867" y="0"/>
                    <a:pt x="245218" y="15057"/>
                    <a:pt x="272020" y="41859"/>
                  </a:cubicBezTo>
                  <a:cubicBezTo>
                    <a:pt x="298822" y="68661"/>
                    <a:pt x="313880" y="105013"/>
                    <a:pt x="313880" y="142916"/>
                  </a:cubicBezTo>
                  <a:lnTo>
                    <a:pt x="313880" y="310452"/>
                  </a:lnTo>
                  <a:cubicBezTo>
                    <a:pt x="313880" y="389383"/>
                    <a:pt x="249894" y="453369"/>
                    <a:pt x="170963" y="453369"/>
                  </a:cubicBezTo>
                  <a:lnTo>
                    <a:pt x="142916" y="453369"/>
                  </a:lnTo>
                  <a:cubicBezTo>
                    <a:pt x="63986" y="453369"/>
                    <a:pt x="0" y="389383"/>
                    <a:pt x="0" y="310452"/>
                  </a:cubicBezTo>
                  <a:lnTo>
                    <a:pt x="0" y="142916"/>
                  </a:lnTo>
                  <a:cubicBezTo>
                    <a:pt x="0" y="63986"/>
                    <a:pt x="63986" y="0"/>
                    <a:pt x="142916" y="0"/>
                  </a:cubicBezTo>
                  <a:close/>
                </a:path>
              </a:pathLst>
            </a:custGeom>
            <a:solidFill>
              <a:srgbClr val="284B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23"/>
            <p:cNvSpPr txBox="1"/>
            <p:nvPr/>
          </p:nvSpPr>
          <p:spPr>
            <a:xfrm>
              <a:off x="0" y="76200"/>
              <a:ext cx="313880" cy="377169"/>
            </a:xfrm>
            <a:prstGeom prst="rect">
              <a:avLst/>
            </a:prstGeom>
            <a:noFill/>
            <a:ln>
              <a:noFill/>
            </a:ln>
          </p:spPr>
          <p:txBody>
            <a:bodyPr spcFirstLastPara="1" wrap="square" lIns="50800" tIns="50800" rIns="50800" bIns="50800" anchor="ctr" anchorCtr="0">
              <a:noAutofit/>
            </a:bodyPr>
            <a:lstStyle/>
            <a:p>
              <a:pPr marL="0" marR="0" lvl="0" indent="0" algn="ctr" rtl="0">
                <a:lnSpc>
                  <a:spcPct val="91012"/>
                </a:lnSpc>
                <a:spcBef>
                  <a:spcPts val="0"/>
                </a:spcBef>
                <a:spcAft>
                  <a:spcPts val="0"/>
                </a:spcAft>
                <a:buNone/>
              </a:pPr>
              <a:r>
                <a:rPr lang="en-US" sz="2993" b="1" i="0" u="none" strike="noStrike" cap="none">
                  <a:solidFill>
                    <a:srgbClr val="FEA928"/>
                  </a:solidFill>
                  <a:latin typeface="Arial"/>
                  <a:ea typeface="Arial"/>
                  <a:cs typeface="Arial"/>
                  <a:sym typeface="Arial"/>
                </a:rPr>
                <a:t>to</a:t>
              </a:r>
              <a:endParaRPr/>
            </a:p>
          </p:txBody>
        </p:sp>
      </p:grpSp>
      <p:grpSp>
        <p:nvGrpSpPr>
          <p:cNvPr id="308" name="Google Shape;308;p23"/>
          <p:cNvGrpSpPr/>
          <p:nvPr/>
        </p:nvGrpSpPr>
        <p:grpSpPr>
          <a:xfrm>
            <a:off x="12993547" y="5612061"/>
            <a:ext cx="3687818" cy="1721385"/>
            <a:chOff x="0" y="0"/>
            <a:chExt cx="971277" cy="453369"/>
          </a:xfrm>
        </p:grpSpPr>
        <p:sp>
          <p:nvSpPr>
            <p:cNvPr id="309" name="Google Shape;309;p23"/>
            <p:cNvSpPr/>
            <p:nvPr/>
          </p:nvSpPr>
          <p:spPr>
            <a:xfrm>
              <a:off x="0" y="0"/>
              <a:ext cx="971277" cy="453369"/>
            </a:xfrm>
            <a:custGeom>
              <a:avLst/>
              <a:gdLst/>
              <a:ahLst/>
              <a:cxnLst/>
              <a:rect l="l" t="t" r="r" b="b"/>
              <a:pathLst>
                <a:path w="971277" h="453369" extrusionOk="0">
                  <a:moveTo>
                    <a:pt x="46185" y="0"/>
                  </a:moveTo>
                  <a:lnTo>
                    <a:pt x="925092" y="0"/>
                  </a:lnTo>
                  <a:cubicBezTo>
                    <a:pt x="950599" y="0"/>
                    <a:pt x="971277" y="20678"/>
                    <a:pt x="971277" y="46185"/>
                  </a:cubicBezTo>
                  <a:lnTo>
                    <a:pt x="971277" y="407184"/>
                  </a:lnTo>
                  <a:cubicBezTo>
                    <a:pt x="971277" y="419433"/>
                    <a:pt x="966411" y="431180"/>
                    <a:pt x="957750" y="439842"/>
                  </a:cubicBezTo>
                  <a:cubicBezTo>
                    <a:pt x="949089" y="448503"/>
                    <a:pt x="937341" y="453369"/>
                    <a:pt x="925092" y="453369"/>
                  </a:cubicBezTo>
                  <a:lnTo>
                    <a:pt x="46185" y="453369"/>
                  </a:lnTo>
                  <a:cubicBezTo>
                    <a:pt x="20678" y="453369"/>
                    <a:pt x="0" y="432691"/>
                    <a:pt x="0" y="407184"/>
                  </a:cubicBezTo>
                  <a:lnTo>
                    <a:pt x="0" y="46185"/>
                  </a:lnTo>
                  <a:cubicBezTo>
                    <a:pt x="0" y="20678"/>
                    <a:pt x="20678" y="0"/>
                    <a:pt x="46185" y="0"/>
                  </a:cubicBezTo>
                  <a:close/>
                </a:path>
              </a:pathLst>
            </a:custGeom>
            <a:solidFill>
              <a:srgbClr val="FEA9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23"/>
            <p:cNvSpPr txBox="1"/>
            <p:nvPr/>
          </p:nvSpPr>
          <p:spPr>
            <a:xfrm>
              <a:off x="0" y="76200"/>
              <a:ext cx="971277" cy="377169"/>
            </a:xfrm>
            <a:prstGeom prst="rect">
              <a:avLst/>
            </a:prstGeom>
            <a:noFill/>
            <a:ln>
              <a:noFill/>
            </a:ln>
          </p:spPr>
          <p:txBody>
            <a:bodyPr spcFirstLastPara="1" wrap="square" lIns="50800" tIns="50800" rIns="50800" bIns="50800" anchor="ctr" anchorCtr="0">
              <a:noAutofit/>
            </a:bodyPr>
            <a:lstStyle/>
            <a:p>
              <a:pPr marL="0" marR="0" lvl="0" indent="0" algn="ctr" rtl="0">
                <a:lnSpc>
                  <a:spcPct val="91012"/>
                </a:lnSpc>
                <a:spcBef>
                  <a:spcPts val="0"/>
                </a:spcBef>
                <a:spcAft>
                  <a:spcPts val="0"/>
                </a:spcAft>
                <a:buNone/>
              </a:pPr>
              <a:r>
                <a:rPr lang="en-US" sz="2993" b="1" i="0" u="none" strike="noStrike" cap="none">
                  <a:solidFill>
                    <a:srgbClr val="284B71"/>
                  </a:solidFill>
                  <a:latin typeface="Arial"/>
                  <a:ea typeface="Arial"/>
                  <a:cs typeface="Arial"/>
                  <a:sym typeface="Arial"/>
                </a:rPr>
                <a:t>10 Minutes</a:t>
              </a:r>
              <a:endParaRPr/>
            </a:p>
          </p:txBody>
        </p:sp>
      </p:grpSp>
      <p:grpSp>
        <p:nvGrpSpPr>
          <p:cNvPr id="311" name="Google Shape;311;p23"/>
          <p:cNvGrpSpPr/>
          <p:nvPr/>
        </p:nvGrpSpPr>
        <p:grpSpPr>
          <a:xfrm>
            <a:off x="1113756" y="7693180"/>
            <a:ext cx="6453404" cy="1721385"/>
            <a:chOff x="0" y="0"/>
            <a:chExt cx="1699662" cy="453369"/>
          </a:xfrm>
        </p:grpSpPr>
        <p:sp>
          <p:nvSpPr>
            <p:cNvPr id="312" name="Google Shape;312;p23"/>
            <p:cNvSpPr/>
            <p:nvPr/>
          </p:nvSpPr>
          <p:spPr>
            <a:xfrm>
              <a:off x="0" y="0"/>
              <a:ext cx="1699662" cy="453369"/>
            </a:xfrm>
            <a:custGeom>
              <a:avLst/>
              <a:gdLst/>
              <a:ahLst/>
              <a:cxnLst/>
              <a:rect l="l" t="t" r="r" b="b"/>
              <a:pathLst>
                <a:path w="1699662" h="453369" extrusionOk="0">
                  <a:moveTo>
                    <a:pt x="26393" y="0"/>
                  </a:moveTo>
                  <a:lnTo>
                    <a:pt x="1673269" y="0"/>
                  </a:lnTo>
                  <a:cubicBezTo>
                    <a:pt x="1687846" y="0"/>
                    <a:pt x="1699662" y="11816"/>
                    <a:pt x="1699662" y="26393"/>
                  </a:cubicBezTo>
                  <a:lnTo>
                    <a:pt x="1699662" y="426976"/>
                  </a:lnTo>
                  <a:cubicBezTo>
                    <a:pt x="1699662" y="441552"/>
                    <a:pt x="1687846" y="453369"/>
                    <a:pt x="1673269" y="453369"/>
                  </a:cubicBezTo>
                  <a:lnTo>
                    <a:pt x="26393" y="453369"/>
                  </a:lnTo>
                  <a:cubicBezTo>
                    <a:pt x="11816" y="453369"/>
                    <a:pt x="0" y="441552"/>
                    <a:pt x="0" y="426976"/>
                  </a:cubicBezTo>
                  <a:lnTo>
                    <a:pt x="0" y="26393"/>
                  </a:lnTo>
                  <a:cubicBezTo>
                    <a:pt x="0" y="11816"/>
                    <a:pt x="11816" y="0"/>
                    <a:pt x="26393" y="0"/>
                  </a:cubicBezTo>
                  <a:close/>
                </a:path>
              </a:pathLst>
            </a:custGeom>
            <a:solidFill>
              <a:srgbClr val="284B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23"/>
            <p:cNvSpPr txBox="1"/>
            <p:nvPr/>
          </p:nvSpPr>
          <p:spPr>
            <a:xfrm>
              <a:off x="0" y="76200"/>
              <a:ext cx="1699662" cy="377169"/>
            </a:xfrm>
            <a:prstGeom prst="rect">
              <a:avLst/>
            </a:prstGeom>
            <a:noFill/>
            <a:ln>
              <a:noFill/>
            </a:ln>
          </p:spPr>
          <p:txBody>
            <a:bodyPr spcFirstLastPara="1" wrap="square" lIns="50800" tIns="50800" rIns="50800" bIns="50800" anchor="ctr" anchorCtr="0">
              <a:noAutofit/>
            </a:bodyPr>
            <a:lstStyle/>
            <a:p>
              <a:pPr marL="0" marR="0" lvl="0" indent="0" algn="ctr" rtl="0">
                <a:lnSpc>
                  <a:spcPct val="91012"/>
                </a:lnSpc>
                <a:spcBef>
                  <a:spcPts val="0"/>
                </a:spcBef>
                <a:spcAft>
                  <a:spcPts val="0"/>
                </a:spcAft>
                <a:buNone/>
              </a:pPr>
              <a:r>
                <a:rPr lang="en-US" sz="2993" b="1" i="0" u="none" strike="noStrike" cap="none">
                  <a:solidFill>
                    <a:srgbClr val="FEA928"/>
                  </a:solidFill>
                  <a:latin typeface="Arial"/>
                  <a:ea typeface="Arial"/>
                  <a:cs typeface="Arial"/>
                  <a:sym typeface="Arial"/>
                </a:rPr>
                <a:t>Reduces time from</a:t>
              </a:r>
              <a:endParaRPr/>
            </a:p>
          </p:txBody>
        </p:sp>
      </p:grpSp>
      <p:grpSp>
        <p:nvGrpSpPr>
          <p:cNvPr id="314" name="Google Shape;314;p23"/>
          <p:cNvGrpSpPr/>
          <p:nvPr/>
        </p:nvGrpSpPr>
        <p:grpSpPr>
          <a:xfrm>
            <a:off x="7752018" y="7683655"/>
            <a:ext cx="3687818" cy="1721385"/>
            <a:chOff x="0" y="0"/>
            <a:chExt cx="971277" cy="453369"/>
          </a:xfrm>
        </p:grpSpPr>
        <p:sp>
          <p:nvSpPr>
            <p:cNvPr id="315" name="Google Shape;315;p23"/>
            <p:cNvSpPr/>
            <p:nvPr/>
          </p:nvSpPr>
          <p:spPr>
            <a:xfrm>
              <a:off x="0" y="0"/>
              <a:ext cx="971277" cy="453369"/>
            </a:xfrm>
            <a:custGeom>
              <a:avLst/>
              <a:gdLst/>
              <a:ahLst/>
              <a:cxnLst/>
              <a:rect l="l" t="t" r="r" b="b"/>
              <a:pathLst>
                <a:path w="971277" h="453369" extrusionOk="0">
                  <a:moveTo>
                    <a:pt x="46185" y="0"/>
                  </a:moveTo>
                  <a:lnTo>
                    <a:pt x="925092" y="0"/>
                  </a:lnTo>
                  <a:cubicBezTo>
                    <a:pt x="950599" y="0"/>
                    <a:pt x="971277" y="20678"/>
                    <a:pt x="971277" y="46185"/>
                  </a:cubicBezTo>
                  <a:lnTo>
                    <a:pt x="971277" y="407184"/>
                  </a:lnTo>
                  <a:cubicBezTo>
                    <a:pt x="971277" y="419433"/>
                    <a:pt x="966411" y="431180"/>
                    <a:pt x="957750" y="439842"/>
                  </a:cubicBezTo>
                  <a:cubicBezTo>
                    <a:pt x="949089" y="448503"/>
                    <a:pt x="937341" y="453369"/>
                    <a:pt x="925092" y="453369"/>
                  </a:cubicBezTo>
                  <a:lnTo>
                    <a:pt x="46185" y="453369"/>
                  </a:lnTo>
                  <a:cubicBezTo>
                    <a:pt x="20678" y="453369"/>
                    <a:pt x="0" y="432691"/>
                    <a:pt x="0" y="407184"/>
                  </a:cubicBezTo>
                  <a:lnTo>
                    <a:pt x="0" y="46185"/>
                  </a:lnTo>
                  <a:cubicBezTo>
                    <a:pt x="0" y="20678"/>
                    <a:pt x="20678" y="0"/>
                    <a:pt x="46185" y="0"/>
                  </a:cubicBezTo>
                  <a:close/>
                </a:path>
              </a:pathLst>
            </a:custGeom>
            <a:solidFill>
              <a:srgbClr val="FEA9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23"/>
            <p:cNvSpPr txBox="1"/>
            <p:nvPr/>
          </p:nvSpPr>
          <p:spPr>
            <a:xfrm>
              <a:off x="0" y="76200"/>
              <a:ext cx="971277" cy="377169"/>
            </a:xfrm>
            <a:prstGeom prst="rect">
              <a:avLst/>
            </a:prstGeom>
            <a:noFill/>
            <a:ln>
              <a:noFill/>
            </a:ln>
          </p:spPr>
          <p:txBody>
            <a:bodyPr spcFirstLastPara="1" wrap="square" lIns="50800" tIns="50800" rIns="50800" bIns="50800" anchor="ctr" anchorCtr="0">
              <a:noAutofit/>
            </a:bodyPr>
            <a:lstStyle/>
            <a:p>
              <a:pPr marL="0" marR="0" lvl="0" indent="0" algn="ctr" rtl="0">
                <a:lnSpc>
                  <a:spcPct val="91012"/>
                </a:lnSpc>
                <a:spcBef>
                  <a:spcPts val="0"/>
                </a:spcBef>
                <a:spcAft>
                  <a:spcPts val="0"/>
                </a:spcAft>
                <a:buNone/>
              </a:pPr>
              <a:r>
                <a:rPr lang="en-US" sz="2993" b="1" i="0" u="none" strike="noStrike" cap="none">
                  <a:solidFill>
                    <a:srgbClr val="284B71"/>
                  </a:solidFill>
                  <a:latin typeface="Arial"/>
                  <a:ea typeface="Arial"/>
                  <a:cs typeface="Arial"/>
                  <a:sym typeface="Arial"/>
                </a:rPr>
                <a:t>8 Hours</a:t>
              </a:r>
              <a:endParaRPr/>
            </a:p>
          </p:txBody>
        </p:sp>
      </p:grpSp>
      <p:grpSp>
        <p:nvGrpSpPr>
          <p:cNvPr id="317" name="Google Shape;317;p23"/>
          <p:cNvGrpSpPr/>
          <p:nvPr/>
        </p:nvGrpSpPr>
        <p:grpSpPr>
          <a:xfrm>
            <a:off x="11620811" y="7666821"/>
            <a:ext cx="1191761" cy="1721385"/>
            <a:chOff x="0" y="0"/>
            <a:chExt cx="313880" cy="453369"/>
          </a:xfrm>
        </p:grpSpPr>
        <p:sp>
          <p:nvSpPr>
            <p:cNvPr id="318" name="Google Shape;318;p23"/>
            <p:cNvSpPr/>
            <p:nvPr/>
          </p:nvSpPr>
          <p:spPr>
            <a:xfrm>
              <a:off x="0" y="0"/>
              <a:ext cx="313880" cy="453369"/>
            </a:xfrm>
            <a:custGeom>
              <a:avLst/>
              <a:gdLst/>
              <a:ahLst/>
              <a:cxnLst/>
              <a:rect l="l" t="t" r="r" b="b"/>
              <a:pathLst>
                <a:path w="313880" h="453369" extrusionOk="0">
                  <a:moveTo>
                    <a:pt x="142916" y="0"/>
                  </a:moveTo>
                  <a:lnTo>
                    <a:pt x="170963" y="0"/>
                  </a:lnTo>
                  <a:cubicBezTo>
                    <a:pt x="208867" y="0"/>
                    <a:pt x="245218" y="15057"/>
                    <a:pt x="272020" y="41859"/>
                  </a:cubicBezTo>
                  <a:cubicBezTo>
                    <a:pt x="298822" y="68661"/>
                    <a:pt x="313880" y="105013"/>
                    <a:pt x="313880" y="142916"/>
                  </a:cubicBezTo>
                  <a:lnTo>
                    <a:pt x="313880" y="310452"/>
                  </a:lnTo>
                  <a:cubicBezTo>
                    <a:pt x="313880" y="389383"/>
                    <a:pt x="249894" y="453369"/>
                    <a:pt x="170963" y="453369"/>
                  </a:cubicBezTo>
                  <a:lnTo>
                    <a:pt x="142916" y="453369"/>
                  </a:lnTo>
                  <a:cubicBezTo>
                    <a:pt x="63986" y="453369"/>
                    <a:pt x="0" y="389383"/>
                    <a:pt x="0" y="310452"/>
                  </a:cubicBezTo>
                  <a:lnTo>
                    <a:pt x="0" y="142916"/>
                  </a:lnTo>
                  <a:cubicBezTo>
                    <a:pt x="0" y="63986"/>
                    <a:pt x="63986" y="0"/>
                    <a:pt x="142916" y="0"/>
                  </a:cubicBezTo>
                  <a:close/>
                </a:path>
              </a:pathLst>
            </a:custGeom>
            <a:solidFill>
              <a:srgbClr val="284B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23"/>
            <p:cNvSpPr txBox="1"/>
            <p:nvPr/>
          </p:nvSpPr>
          <p:spPr>
            <a:xfrm>
              <a:off x="0" y="76200"/>
              <a:ext cx="313880" cy="377169"/>
            </a:xfrm>
            <a:prstGeom prst="rect">
              <a:avLst/>
            </a:prstGeom>
            <a:noFill/>
            <a:ln>
              <a:noFill/>
            </a:ln>
          </p:spPr>
          <p:txBody>
            <a:bodyPr spcFirstLastPara="1" wrap="square" lIns="50800" tIns="50800" rIns="50800" bIns="50800" anchor="ctr" anchorCtr="0">
              <a:noAutofit/>
            </a:bodyPr>
            <a:lstStyle/>
            <a:p>
              <a:pPr marL="0" marR="0" lvl="0" indent="0" algn="ctr" rtl="0">
                <a:lnSpc>
                  <a:spcPct val="91012"/>
                </a:lnSpc>
                <a:spcBef>
                  <a:spcPts val="0"/>
                </a:spcBef>
                <a:spcAft>
                  <a:spcPts val="0"/>
                </a:spcAft>
                <a:buNone/>
              </a:pPr>
              <a:r>
                <a:rPr lang="en-US" sz="2993" b="1" i="0" u="none" strike="noStrike" cap="none">
                  <a:solidFill>
                    <a:srgbClr val="FEA928"/>
                  </a:solidFill>
                  <a:latin typeface="Arial"/>
                  <a:ea typeface="Arial"/>
                  <a:cs typeface="Arial"/>
                  <a:sym typeface="Arial"/>
                </a:rPr>
                <a:t>to</a:t>
              </a:r>
              <a:endParaRPr/>
            </a:p>
          </p:txBody>
        </p:sp>
      </p:grpSp>
      <p:grpSp>
        <p:nvGrpSpPr>
          <p:cNvPr id="320" name="Google Shape;320;p23"/>
          <p:cNvGrpSpPr/>
          <p:nvPr/>
        </p:nvGrpSpPr>
        <p:grpSpPr>
          <a:xfrm>
            <a:off x="12993547" y="7693180"/>
            <a:ext cx="3687818" cy="1721385"/>
            <a:chOff x="0" y="0"/>
            <a:chExt cx="971277" cy="453369"/>
          </a:xfrm>
        </p:grpSpPr>
        <p:sp>
          <p:nvSpPr>
            <p:cNvPr id="321" name="Google Shape;321;p23"/>
            <p:cNvSpPr/>
            <p:nvPr/>
          </p:nvSpPr>
          <p:spPr>
            <a:xfrm>
              <a:off x="0" y="0"/>
              <a:ext cx="971277" cy="453369"/>
            </a:xfrm>
            <a:custGeom>
              <a:avLst/>
              <a:gdLst/>
              <a:ahLst/>
              <a:cxnLst/>
              <a:rect l="l" t="t" r="r" b="b"/>
              <a:pathLst>
                <a:path w="971277" h="453369" extrusionOk="0">
                  <a:moveTo>
                    <a:pt x="46185" y="0"/>
                  </a:moveTo>
                  <a:lnTo>
                    <a:pt x="925092" y="0"/>
                  </a:lnTo>
                  <a:cubicBezTo>
                    <a:pt x="950599" y="0"/>
                    <a:pt x="971277" y="20678"/>
                    <a:pt x="971277" y="46185"/>
                  </a:cubicBezTo>
                  <a:lnTo>
                    <a:pt x="971277" y="407184"/>
                  </a:lnTo>
                  <a:cubicBezTo>
                    <a:pt x="971277" y="419433"/>
                    <a:pt x="966411" y="431180"/>
                    <a:pt x="957750" y="439842"/>
                  </a:cubicBezTo>
                  <a:cubicBezTo>
                    <a:pt x="949089" y="448503"/>
                    <a:pt x="937341" y="453369"/>
                    <a:pt x="925092" y="453369"/>
                  </a:cubicBezTo>
                  <a:lnTo>
                    <a:pt x="46185" y="453369"/>
                  </a:lnTo>
                  <a:cubicBezTo>
                    <a:pt x="20678" y="453369"/>
                    <a:pt x="0" y="432691"/>
                    <a:pt x="0" y="407184"/>
                  </a:cubicBezTo>
                  <a:lnTo>
                    <a:pt x="0" y="46185"/>
                  </a:lnTo>
                  <a:cubicBezTo>
                    <a:pt x="0" y="20678"/>
                    <a:pt x="20678" y="0"/>
                    <a:pt x="46185" y="0"/>
                  </a:cubicBezTo>
                  <a:close/>
                </a:path>
              </a:pathLst>
            </a:custGeom>
            <a:solidFill>
              <a:srgbClr val="FEA9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23"/>
            <p:cNvSpPr txBox="1"/>
            <p:nvPr/>
          </p:nvSpPr>
          <p:spPr>
            <a:xfrm>
              <a:off x="0" y="76200"/>
              <a:ext cx="971277" cy="377169"/>
            </a:xfrm>
            <a:prstGeom prst="rect">
              <a:avLst/>
            </a:prstGeom>
            <a:noFill/>
            <a:ln>
              <a:noFill/>
            </a:ln>
          </p:spPr>
          <p:txBody>
            <a:bodyPr spcFirstLastPara="1" wrap="square" lIns="50800" tIns="50800" rIns="50800" bIns="50800" anchor="ctr" anchorCtr="0">
              <a:noAutofit/>
            </a:bodyPr>
            <a:lstStyle/>
            <a:p>
              <a:pPr marL="0" marR="0" lvl="0" indent="0" algn="ctr" rtl="0">
                <a:lnSpc>
                  <a:spcPct val="91012"/>
                </a:lnSpc>
                <a:spcBef>
                  <a:spcPts val="0"/>
                </a:spcBef>
                <a:spcAft>
                  <a:spcPts val="0"/>
                </a:spcAft>
                <a:buNone/>
              </a:pPr>
              <a:r>
                <a:rPr lang="en-US" sz="2993" b="1" i="0" u="none" strike="noStrike" cap="none">
                  <a:solidFill>
                    <a:srgbClr val="284B71"/>
                  </a:solidFill>
                  <a:latin typeface="Arial"/>
                  <a:ea typeface="Arial"/>
                  <a:cs typeface="Arial"/>
                  <a:sym typeface="Arial"/>
                </a:rPr>
                <a:t>10 Minutes</a:t>
              </a:r>
              <a:endParaRPr/>
            </a:p>
          </p:txBody>
        </p:sp>
      </p:gr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357</Words>
  <Application>Microsoft Office PowerPoint</Application>
  <PresentationFormat>Custom</PresentationFormat>
  <Paragraphs>85</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Havyas</dc:creator>
  <cp:lastModifiedBy>HAVYAS B</cp:lastModifiedBy>
  <cp:revision>1</cp:revision>
  <dcterms:modified xsi:type="dcterms:W3CDTF">2026-04-14T10:02:58Z</dcterms:modified>
</cp:coreProperties>
</file>